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y="6858000" cx="12192000"/>
  <p:notesSz cx="6858000" cy="9144000"/>
  <p:defaultTextStyle>
    <a:defPPr lvl="0">
      <a:defRPr lang="en-US"/>
    </a:defPPr>
    <a:lvl1pPr defTabSz="457200" eaLnBrk="0" hangingPunct="0" lvl="0" rtl="0" algn="l" fontAlgn="base">
      <a:spcBef>
        <a:spcPct val="0"/>
      </a:spcBef>
      <a:spcAft>
        <a:spcPct val="0"/>
      </a:spcAft>
      <a:defRPr kern="1200">
        <a:solidFill>
          <a:schemeClr val="tx1"/>
        </a:solidFill>
        <a:latin typeface="Gill Sans MT" panose="020B0502020104020203" pitchFamily="34" charset="77"/>
        <a:ea typeface="+mn-ea"/>
        <a:cs typeface="+mn-cs"/>
      </a:defRPr>
    </a:lvl1pPr>
    <a:lvl2pPr defTabSz="457200" eaLnBrk="0" hangingPunct="0" lvl="1" marL="457200" rtl="0" algn="l" fontAlgn="base">
      <a:spcBef>
        <a:spcPct val="0"/>
      </a:spcBef>
      <a:spcAft>
        <a:spcPct val="0"/>
      </a:spcAft>
      <a:defRPr kern="1200">
        <a:solidFill>
          <a:schemeClr val="tx1"/>
        </a:solidFill>
        <a:latin typeface="Gill Sans MT" panose="020B0502020104020203" pitchFamily="34" charset="77"/>
        <a:ea typeface="+mn-ea"/>
        <a:cs typeface="+mn-cs"/>
      </a:defRPr>
    </a:lvl2pPr>
    <a:lvl3pPr defTabSz="457200" eaLnBrk="0" hangingPunct="0" lvl="2" marL="914400" rtl="0" algn="l" fontAlgn="base">
      <a:spcBef>
        <a:spcPct val="0"/>
      </a:spcBef>
      <a:spcAft>
        <a:spcPct val="0"/>
      </a:spcAft>
      <a:defRPr kern="1200">
        <a:solidFill>
          <a:schemeClr val="tx1"/>
        </a:solidFill>
        <a:latin typeface="Gill Sans MT" panose="020B0502020104020203" pitchFamily="34" charset="77"/>
        <a:ea typeface="+mn-ea"/>
        <a:cs typeface="+mn-cs"/>
      </a:defRPr>
    </a:lvl3pPr>
    <a:lvl4pPr defTabSz="457200" eaLnBrk="0" hangingPunct="0" lvl="3" marL="1371600" rtl="0" algn="l" fontAlgn="base">
      <a:spcBef>
        <a:spcPct val="0"/>
      </a:spcBef>
      <a:spcAft>
        <a:spcPct val="0"/>
      </a:spcAft>
      <a:defRPr kern="1200">
        <a:solidFill>
          <a:schemeClr val="tx1"/>
        </a:solidFill>
        <a:latin typeface="Gill Sans MT" panose="020B0502020104020203" pitchFamily="34" charset="77"/>
        <a:ea typeface="+mn-ea"/>
        <a:cs typeface="+mn-cs"/>
      </a:defRPr>
    </a:lvl4pPr>
    <a:lvl5pPr defTabSz="457200" eaLnBrk="0" hangingPunct="0" lvl="4" marL="1828800" rtl="0" algn="l" fontAlgn="base">
      <a:spcBef>
        <a:spcPct val="0"/>
      </a:spcBef>
      <a:spcAft>
        <a:spcPct val="0"/>
      </a:spcAft>
      <a:defRPr kern="1200">
        <a:solidFill>
          <a:schemeClr val="tx1"/>
        </a:solidFill>
        <a:latin typeface="Gill Sans MT" panose="020B0502020104020203" pitchFamily="34" charset="77"/>
        <a:ea typeface="+mn-ea"/>
        <a:cs typeface="+mn-cs"/>
      </a:defRPr>
    </a:lvl5pPr>
    <a:lvl6pPr defTabSz="914400" eaLnBrk="1" hangingPunct="1" latinLnBrk="0" lvl="5" marL="2286000" rtl="0" algn="l">
      <a:defRPr kern="1200">
        <a:solidFill>
          <a:schemeClr val="tx1"/>
        </a:solidFill>
        <a:latin typeface="Gill Sans MT" panose="020B0502020104020203" pitchFamily="34" charset="77"/>
        <a:ea typeface="+mn-ea"/>
        <a:cs typeface="+mn-cs"/>
      </a:defRPr>
    </a:lvl6pPr>
    <a:lvl7pPr defTabSz="914400" eaLnBrk="1" hangingPunct="1" latinLnBrk="0" lvl="6" marL="2743200" rtl="0" algn="l">
      <a:defRPr kern="1200">
        <a:solidFill>
          <a:schemeClr val="tx1"/>
        </a:solidFill>
        <a:latin typeface="Gill Sans MT" panose="020B0502020104020203" pitchFamily="34" charset="77"/>
        <a:ea typeface="+mn-ea"/>
        <a:cs typeface="+mn-cs"/>
      </a:defRPr>
    </a:lvl7pPr>
    <a:lvl8pPr defTabSz="914400" eaLnBrk="1" hangingPunct="1" latinLnBrk="0" lvl="7" marL="3200400" rtl="0" algn="l">
      <a:defRPr kern="1200">
        <a:solidFill>
          <a:schemeClr val="tx1"/>
        </a:solidFill>
        <a:latin typeface="Gill Sans MT" panose="020B0502020104020203" pitchFamily="34" charset="77"/>
        <a:ea typeface="+mn-ea"/>
        <a:cs typeface="+mn-cs"/>
      </a:defRPr>
    </a:lvl8pPr>
    <a:lvl9pPr defTabSz="914400" eaLnBrk="1" hangingPunct="1" latinLnBrk="0" lvl="8" marL="3657600" rtl="0" algn="l">
      <a:defRPr kern="1200">
        <a:solidFill>
          <a:schemeClr val="tx1"/>
        </a:solidFill>
        <a:latin typeface="Gill Sans MT" panose="020B0502020104020203" pitchFamily="34" charset="77"/>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21.xml"/><Relationship Id="rId23" Type="http://schemas.openxmlformats.org/officeDocument/2006/relationships/slide" Target="slides/slide2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25" Type="http://schemas.openxmlformats.org/officeDocument/2006/relationships/slide" Target="slides/slide22.xml"/><Relationship Id="rId28" Type="http://schemas.openxmlformats.org/officeDocument/2006/relationships/slide" Target="slides/slide25.xml"/><Relationship Id="rId27" Type="http://schemas.openxmlformats.org/officeDocument/2006/relationships/slide" Target="slides/slide24.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Freeform 3" title="scalloped circle">
            <a:extLst>
              <a:ext uri="{FF2B5EF4-FFF2-40B4-BE49-F238E27FC236}">
                <a16:creationId xmlns:a16="http://schemas.microsoft.com/office/drawing/2014/main" id="{239BEA89-D7E1-A3D3-098C-E660E0B9FD58}"/>
              </a:ext>
            </a:extLst>
          </p:cNvPr>
          <p:cNvSpPr/>
          <p:nvPr/>
        </p:nvSpPr>
        <p:spPr bwMode="auto">
          <a:xfrm>
            <a:off x="3557588" y="630238"/>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5" name="Rectangle 4" title="left edge border">
            <a:extLst>
              <a:ext uri="{FF2B5EF4-FFF2-40B4-BE49-F238E27FC236}">
                <a16:creationId xmlns:a16="http://schemas.microsoft.com/office/drawing/2014/main" id="{7836245C-E139-C05C-04D1-1446D41A1EEB}"/>
              </a:ext>
            </a:extLst>
          </p:cNvPr>
          <p:cNvSpPr/>
          <p:nvPr/>
        </p:nvSpPr>
        <p:spPr>
          <a:xfrm>
            <a:off x="0" y="0"/>
            <a:ext cx="28416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6" name="Date Placeholder 3">
            <a:extLst>
              <a:ext uri="{FF2B5EF4-FFF2-40B4-BE49-F238E27FC236}">
                <a16:creationId xmlns:a16="http://schemas.microsoft.com/office/drawing/2014/main" id="{7E1812A5-3106-82CA-21A3-962AAA9CA943}"/>
              </a:ext>
            </a:extLst>
          </p:cNvPr>
          <p:cNvSpPr>
            <a:spLocks noGrp="1"/>
          </p:cNvSpPr>
          <p:nvPr>
            <p:ph type="dt" sz="half" idx="10"/>
          </p:nvPr>
        </p:nvSpPr>
        <p:spPr>
          <a:xfrm>
            <a:off x="1077913" y="6375400"/>
            <a:ext cx="2330450" cy="349250"/>
          </a:xfrm>
        </p:spPr>
        <p:txBody>
          <a:bodyPr/>
          <a:lstStyle>
            <a:lvl1pPr>
              <a:defRPr baseline="0" smtClean="0">
                <a:solidFill>
                  <a:schemeClr val="accent1">
                    <a:lumMod val="50000"/>
                  </a:schemeClr>
                </a:solidFill>
              </a:defRPr>
            </a:lvl1pPr>
          </a:lstStyle>
          <a:p>
            <a:pPr>
              <a:defRPr/>
            </a:pPr>
            <a:fld id="{D3F3F1B1-5DBF-EC4B-86BF-CE69FAB682D9}" type="datetimeFigureOut">
              <a:rPr lang="en-US"/>
              <a:pPr>
                <a:defRPr/>
              </a:pPr>
              <a:t>5/3/26</a:t>
            </a:fld>
            <a:endParaRPr lang="en-US" dirty="0"/>
          </a:p>
        </p:txBody>
      </p:sp>
      <p:sp>
        <p:nvSpPr>
          <p:cNvPr id="7" name="Footer Placeholder 4">
            <a:extLst>
              <a:ext uri="{FF2B5EF4-FFF2-40B4-BE49-F238E27FC236}">
                <a16:creationId xmlns:a16="http://schemas.microsoft.com/office/drawing/2014/main" id="{BC9FE908-5D46-B347-EDDF-C5BC2A67E595}"/>
              </a:ext>
            </a:extLst>
          </p:cNvPr>
          <p:cNvSpPr>
            <a:spLocks noGrp="1"/>
          </p:cNvSpPr>
          <p:nvPr>
            <p:ph type="ftr" sz="quarter" idx="11"/>
          </p:nvPr>
        </p:nvSpPr>
        <p:spPr>
          <a:xfrm>
            <a:off x="4179888" y="6375400"/>
            <a:ext cx="4114800" cy="346075"/>
          </a:xfrm>
        </p:spPr>
        <p:txBody>
          <a:bodyPr/>
          <a:lstStyle>
            <a:lvl1pPr>
              <a:defRPr baseline="0">
                <a:solidFill>
                  <a:schemeClr val="accent1">
                    <a:lumMod val="50000"/>
                  </a:schemeClr>
                </a:solidFill>
              </a:defRPr>
            </a:lvl1pPr>
          </a:lstStyle>
          <a:p>
            <a:pPr>
              <a:defRPr/>
            </a:pPr>
            <a:endParaRPr lang="en-US"/>
          </a:p>
        </p:txBody>
      </p:sp>
      <p:sp>
        <p:nvSpPr>
          <p:cNvPr id="8" name="Slide Number Placeholder 5">
            <a:extLst>
              <a:ext uri="{FF2B5EF4-FFF2-40B4-BE49-F238E27FC236}">
                <a16:creationId xmlns:a16="http://schemas.microsoft.com/office/drawing/2014/main" id="{53CE724C-E7BA-5A2F-6471-FA9D8BAAFA7F}"/>
              </a:ext>
            </a:extLst>
          </p:cNvPr>
          <p:cNvSpPr>
            <a:spLocks noGrp="1"/>
          </p:cNvSpPr>
          <p:nvPr>
            <p:ph type="sldNum" sz="quarter" idx="12"/>
          </p:nvPr>
        </p:nvSpPr>
        <p:spPr>
          <a:xfrm>
            <a:off x="9067800" y="6375400"/>
            <a:ext cx="2328863" cy="346075"/>
          </a:xfrm>
        </p:spPr>
        <p:txBody>
          <a:bodyPr/>
          <a:lstStyle>
            <a:lvl1pPr>
              <a:defRPr baseline="0" smtClean="0">
                <a:solidFill>
                  <a:schemeClr val="accent1">
                    <a:lumMod val="50000"/>
                  </a:schemeClr>
                </a:solidFill>
              </a:defRPr>
            </a:lvl1pPr>
          </a:lstStyle>
          <a:p>
            <a:pPr>
              <a:defRPr/>
            </a:pPr>
            <a:fld id="{D196CAC0-CA2C-8943-BA6F-64128B935478}" type="slidenum">
              <a:rPr lang="en-US"/>
              <a:pPr>
                <a:defRPr/>
              </a:pPr>
              <a:t>‹#›</a:t>
            </a:fld>
            <a:endParaRPr lang="en-US" dirty="0"/>
          </a:p>
        </p:txBody>
      </p:sp>
    </p:spTree>
    <p:extLst>
      <p:ext uri="{BB962C8B-B14F-4D97-AF65-F5344CB8AC3E}">
        <p14:creationId xmlns:p14="http://schemas.microsoft.com/office/powerpoint/2010/main" val="1856099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18CB8315-6682-CA2B-6EF6-A2164DEB3814}"/>
              </a:ext>
            </a:extLst>
          </p:cNvPr>
          <p:cNvSpPr>
            <a:spLocks noGrp="1"/>
          </p:cNvSpPr>
          <p:nvPr>
            <p:ph type="dt" sz="half" idx="10"/>
          </p:nvPr>
        </p:nvSpPr>
        <p:spPr/>
        <p:txBody>
          <a:bodyPr/>
          <a:lstStyle>
            <a:lvl1pPr>
              <a:defRPr/>
            </a:lvl1pPr>
          </a:lstStyle>
          <a:p>
            <a:pPr>
              <a:defRPr/>
            </a:pPr>
            <a:fld id="{5B70A176-3E02-7A43-B937-4857C59FCF11}" type="datetimeFigureOut">
              <a:rPr lang="en-US"/>
              <a:pPr>
                <a:defRPr/>
              </a:pPr>
              <a:t>5/3/26</a:t>
            </a:fld>
            <a:endParaRPr lang="en-US" dirty="0"/>
          </a:p>
        </p:txBody>
      </p:sp>
      <p:sp>
        <p:nvSpPr>
          <p:cNvPr id="5" name="Footer Placeholder 4">
            <a:extLst>
              <a:ext uri="{FF2B5EF4-FFF2-40B4-BE49-F238E27FC236}">
                <a16:creationId xmlns:a16="http://schemas.microsoft.com/office/drawing/2014/main" id="{F3CE00EB-2992-3036-5F27-8AEEFA4EA74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DCDC04-D2A9-FBEB-4F14-BDA4965986F7}"/>
              </a:ext>
            </a:extLst>
          </p:cNvPr>
          <p:cNvSpPr>
            <a:spLocks noGrp="1"/>
          </p:cNvSpPr>
          <p:nvPr>
            <p:ph type="sldNum" sz="quarter" idx="12"/>
          </p:nvPr>
        </p:nvSpPr>
        <p:spPr/>
        <p:txBody>
          <a:bodyPr/>
          <a:lstStyle>
            <a:lvl1pPr>
              <a:defRPr/>
            </a:lvl1pPr>
          </a:lstStyle>
          <a:p>
            <a:pPr>
              <a:defRPr/>
            </a:pPr>
            <a:fld id="{C1A25147-5D63-2B42-A382-226945F53730}" type="slidenum">
              <a:rPr lang="en-US"/>
              <a:pPr>
                <a:defRPr/>
              </a:pPr>
              <a:t>‹#›</a:t>
            </a:fld>
            <a:endParaRPr lang="en-US" dirty="0"/>
          </a:p>
        </p:txBody>
      </p:sp>
    </p:spTree>
    <p:extLst>
      <p:ext uri="{BB962C8B-B14F-4D97-AF65-F5344CB8AC3E}">
        <p14:creationId xmlns:p14="http://schemas.microsoft.com/office/powerpoint/2010/main" val="3839976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4" name="Group 6">
            <a:extLst>
              <a:ext uri="{FF2B5EF4-FFF2-40B4-BE49-F238E27FC236}">
                <a16:creationId xmlns:a16="http://schemas.microsoft.com/office/drawing/2014/main" id="{96265B10-0E12-7D1D-0E23-F93A89C8D267}"/>
              </a:ext>
            </a:extLst>
          </p:cNvPr>
          <p:cNvGrpSpPr>
            <a:grpSpLocks/>
          </p:cNvGrpSpPr>
          <p:nvPr/>
        </p:nvGrpSpPr>
        <p:grpSpPr bwMode="auto">
          <a:xfrm>
            <a:off x="0" y="0"/>
            <a:ext cx="2814638" cy="6858000"/>
            <a:chOff x="0" y="0"/>
            <a:chExt cx="2814638" cy="6858000"/>
          </a:xfrm>
        </p:grpSpPr>
        <p:sp>
          <p:nvSpPr>
            <p:cNvPr id="5" name="Freeform 6" title="left scallop shape">
              <a:extLst>
                <a:ext uri="{FF2B5EF4-FFF2-40B4-BE49-F238E27FC236}">
                  <a16:creationId xmlns:a16="http://schemas.microsoft.com/office/drawing/2014/main" id="{9A9E2823-960A-5AC1-42BB-CB0623DE1015}"/>
                </a:ext>
              </a:extLst>
            </p:cNvPr>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6" name="Freeform 11" title="left scallop inline">
              <a:extLst>
                <a:ext uri="{FF2B5EF4-FFF2-40B4-BE49-F238E27FC236}">
                  <a16:creationId xmlns:a16="http://schemas.microsoft.com/office/drawing/2014/main" id="{FA6F53DE-1C95-DE0F-4613-136824B1B071}"/>
                </a:ext>
              </a:extLst>
            </p:cNvPr>
            <p:cNvSpPr/>
            <p:nvPr/>
          </p:nvSpPr>
          <p:spPr bwMode="auto">
            <a:xfrm>
              <a:off x="874713" y="0"/>
              <a:ext cx="1646237"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
        <p:nvSpPr>
          <p:cNvPr id="2" name="Title 1"/>
          <p:cNvSpPr>
            <a:spLocks noGrp="1"/>
          </p:cNvSpPr>
          <p:nvPr>
            <p:ph type="title"/>
          </p:nvPr>
        </p:nvSpPr>
        <p:spPr>
          <a:xfrm>
            <a:off x="3242929" y="1073888"/>
            <a:ext cx="8187071" cy="4064627"/>
          </a:xfrm>
        </p:spPr>
        <p:txBody>
          <a:bodyPr anchor="b"/>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3">
            <a:extLst>
              <a:ext uri="{FF2B5EF4-FFF2-40B4-BE49-F238E27FC236}">
                <a16:creationId xmlns:a16="http://schemas.microsoft.com/office/drawing/2014/main" id="{60F83379-817D-E3B6-938E-2BCB4081A88C}"/>
              </a:ext>
            </a:extLst>
          </p:cNvPr>
          <p:cNvSpPr>
            <a:spLocks noGrp="1"/>
          </p:cNvSpPr>
          <p:nvPr>
            <p:ph type="dt" sz="half" idx="10"/>
          </p:nvPr>
        </p:nvSpPr>
        <p:spPr>
          <a:xfrm>
            <a:off x="3236913" y="6375400"/>
            <a:ext cx="1493837" cy="349250"/>
          </a:xfrm>
        </p:spPr>
        <p:txBody>
          <a:bodyPr/>
          <a:lstStyle>
            <a:lvl1pPr>
              <a:defRPr baseline="0" smtClean="0">
                <a:solidFill>
                  <a:schemeClr val="tx2"/>
                </a:solidFill>
              </a:defRPr>
            </a:lvl1pPr>
          </a:lstStyle>
          <a:p>
            <a:pPr>
              <a:defRPr/>
            </a:pPr>
            <a:fld id="{DE6762B0-DA9C-D34E-9EDC-10A226A4F680}" type="datetimeFigureOut">
              <a:rPr lang="en-US"/>
              <a:pPr>
                <a:defRPr/>
              </a:pPr>
              <a:t>5/3/26</a:t>
            </a:fld>
            <a:endParaRPr lang="en-US" dirty="0"/>
          </a:p>
        </p:txBody>
      </p:sp>
      <p:sp>
        <p:nvSpPr>
          <p:cNvPr id="8" name="Footer Placeholder 4">
            <a:extLst>
              <a:ext uri="{FF2B5EF4-FFF2-40B4-BE49-F238E27FC236}">
                <a16:creationId xmlns:a16="http://schemas.microsoft.com/office/drawing/2014/main" id="{770F5630-ACE6-6B7B-C7D5-7D7B8081F0E9}"/>
              </a:ext>
            </a:extLst>
          </p:cNvPr>
          <p:cNvSpPr>
            <a:spLocks noGrp="1"/>
          </p:cNvSpPr>
          <p:nvPr>
            <p:ph type="ftr" sz="quarter" idx="11"/>
          </p:nvPr>
        </p:nvSpPr>
        <p:spPr>
          <a:xfrm>
            <a:off x="5278438" y="6375400"/>
            <a:ext cx="4114800" cy="346075"/>
          </a:xfrm>
        </p:spPr>
        <p:txBody>
          <a:bodyPr/>
          <a:lstStyle>
            <a:lvl1pPr>
              <a:defRPr baseline="0">
                <a:solidFill>
                  <a:schemeClr val="tx2"/>
                </a:solidFill>
              </a:defRPr>
            </a:lvl1pPr>
          </a:lstStyle>
          <a:p>
            <a:pPr>
              <a:defRPr/>
            </a:pPr>
            <a:endParaRPr lang="en-US"/>
          </a:p>
        </p:txBody>
      </p:sp>
      <p:sp>
        <p:nvSpPr>
          <p:cNvPr id="9" name="Slide Number Placeholder 5">
            <a:extLst>
              <a:ext uri="{FF2B5EF4-FFF2-40B4-BE49-F238E27FC236}">
                <a16:creationId xmlns:a16="http://schemas.microsoft.com/office/drawing/2014/main" id="{4914505C-59E3-016E-4FB8-34E0A5AEB9C8}"/>
              </a:ext>
            </a:extLst>
          </p:cNvPr>
          <p:cNvSpPr>
            <a:spLocks noGrp="1"/>
          </p:cNvSpPr>
          <p:nvPr>
            <p:ph type="sldNum" sz="quarter" idx="12"/>
          </p:nvPr>
        </p:nvSpPr>
        <p:spPr>
          <a:xfrm>
            <a:off x="9942513" y="6375400"/>
            <a:ext cx="1487487" cy="346075"/>
          </a:xfrm>
        </p:spPr>
        <p:txBody>
          <a:bodyPr/>
          <a:lstStyle>
            <a:lvl1pPr>
              <a:defRPr baseline="0" smtClean="0">
                <a:solidFill>
                  <a:schemeClr val="tx2"/>
                </a:solidFill>
              </a:defRPr>
            </a:lvl1pPr>
          </a:lstStyle>
          <a:p>
            <a:pPr>
              <a:defRPr/>
            </a:pPr>
            <a:fld id="{B01BB4F4-DA67-724A-8C4D-0F65768E2D8D}" type="slidenum">
              <a:rPr lang="en-US"/>
              <a:pPr>
                <a:defRPr/>
              </a:pPr>
              <a:t>‹#›</a:t>
            </a:fld>
            <a:endParaRPr lang="en-US" dirty="0"/>
          </a:p>
        </p:txBody>
      </p:sp>
    </p:spTree>
    <p:extLst>
      <p:ext uri="{BB962C8B-B14F-4D97-AF65-F5344CB8AC3E}">
        <p14:creationId xmlns:p14="http://schemas.microsoft.com/office/powerpoint/2010/main" val="114622245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3">
            <a:extLst>
              <a:ext uri="{FF2B5EF4-FFF2-40B4-BE49-F238E27FC236}">
                <a16:creationId xmlns:a16="http://schemas.microsoft.com/office/drawing/2014/main" id="{54F60854-3704-FD48-2C5B-B4295792A99F}"/>
              </a:ext>
            </a:extLst>
          </p:cNvPr>
          <p:cNvSpPr>
            <a:spLocks noGrp="1"/>
          </p:cNvSpPr>
          <p:nvPr>
            <p:ph type="dt" sz="half" idx="10"/>
          </p:nvPr>
        </p:nvSpPr>
        <p:spPr/>
        <p:txBody>
          <a:bodyPr/>
          <a:lstStyle>
            <a:lvl1pPr>
              <a:defRPr/>
            </a:lvl1pPr>
          </a:lstStyle>
          <a:p>
            <a:pPr>
              <a:defRPr/>
            </a:pPr>
            <a:fld id="{988B8F17-21F9-9C4B-B9A6-7A559C90C074}" type="datetimeFigureOut">
              <a:rPr lang="en-US"/>
              <a:pPr>
                <a:defRPr/>
              </a:pPr>
              <a:t>5/3/26</a:t>
            </a:fld>
            <a:endParaRPr lang="en-US" dirty="0"/>
          </a:p>
        </p:txBody>
      </p:sp>
      <p:sp>
        <p:nvSpPr>
          <p:cNvPr id="6" name="Footer Placeholder 4">
            <a:extLst>
              <a:ext uri="{FF2B5EF4-FFF2-40B4-BE49-F238E27FC236}">
                <a16:creationId xmlns:a16="http://schemas.microsoft.com/office/drawing/2014/main" id="{5254942B-1E26-E1D3-53E7-D6E27EA517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85C722C-E4CC-4BC1-52B6-C6D9FB36934E}"/>
              </a:ext>
            </a:extLst>
          </p:cNvPr>
          <p:cNvSpPr>
            <a:spLocks noGrp="1"/>
          </p:cNvSpPr>
          <p:nvPr>
            <p:ph type="sldNum" sz="quarter" idx="12"/>
          </p:nvPr>
        </p:nvSpPr>
        <p:spPr/>
        <p:txBody>
          <a:bodyPr/>
          <a:lstStyle>
            <a:lvl1pPr>
              <a:defRPr/>
            </a:lvl1pPr>
          </a:lstStyle>
          <a:p>
            <a:pPr>
              <a:defRPr/>
            </a:pPr>
            <a:fld id="{7DD5C665-CED1-3841-85F1-662115887EF2}" type="slidenum">
              <a:rPr lang="en-US"/>
              <a:pPr>
                <a:defRPr/>
              </a:pPr>
              <a:t>‹#›</a:t>
            </a:fld>
            <a:endParaRPr lang="en-US" dirty="0"/>
          </a:p>
        </p:txBody>
      </p:sp>
    </p:spTree>
    <p:extLst>
      <p:ext uri="{BB962C8B-B14F-4D97-AF65-F5344CB8AC3E}">
        <p14:creationId xmlns:p14="http://schemas.microsoft.com/office/powerpoint/2010/main" val="4233904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a:extLst>
              <a:ext uri="{FF2B5EF4-FFF2-40B4-BE49-F238E27FC236}">
                <a16:creationId xmlns:a16="http://schemas.microsoft.com/office/drawing/2014/main" id="{5E20AF55-C3DA-0784-F41D-98562FEA3AC7}"/>
              </a:ext>
            </a:extLst>
          </p:cNvPr>
          <p:cNvSpPr>
            <a:spLocks noGrp="1"/>
          </p:cNvSpPr>
          <p:nvPr>
            <p:ph type="dt" sz="half" idx="10"/>
          </p:nvPr>
        </p:nvSpPr>
        <p:spPr/>
        <p:txBody>
          <a:bodyPr/>
          <a:lstStyle>
            <a:lvl1pPr>
              <a:defRPr/>
            </a:lvl1pPr>
          </a:lstStyle>
          <a:p>
            <a:pPr>
              <a:defRPr/>
            </a:pPr>
            <a:fld id="{3365F13F-EAF6-CC4C-B965-741BF9C331B3}" type="datetimeFigureOut">
              <a:rPr lang="en-US"/>
              <a:pPr>
                <a:defRPr/>
              </a:pPr>
              <a:t>5/3/26</a:t>
            </a:fld>
            <a:endParaRPr lang="en-US" dirty="0"/>
          </a:p>
        </p:txBody>
      </p:sp>
      <p:sp>
        <p:nvSpPr>
          <p:cNvPr id="8" name="Footer Placeholder 4">
            <a:extLst>
              <a:ext uri="{FF2B5EF4-FFF2-40B4-BE49-F238E27FC236}">
                <a16:creationId xmlns:a16="http://schemas.microsoft.com/office/drawing/2014/main" id="{5182F776-66A7-7B05-ACF3-0E22CFCEFE0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916C315-7B20-B59A-ACA7-CC22C6341D1C}"/>
              </a:ext>
            </a:extLst>
          </p:cNvPr>
          <p:cNvSpPr>
            <a:spLocks noGrp="1"/>
          </p:cNvSpPr>
          <p:nvPr>
            <p:ph type="sldNum" sz="quarter" idx="12"/>
          </p:nvPr>
        </p:nvSpPr>
        <p:spPr/>
        <p:txBody>
          <a:bodyPr/>
          <a:lstStyle>
            <a:lvl1pPr>
              <a:defRPr/>
            </a:lvl1pPr>
          </a:lstStyle>
          <a:p>
            <a:pPr>
              <a:defRPr/>
            </a:pPr>
            <a:fld id="{0A7968C7-96B9-404E-96C9-A8C14AF977D5}" type="slidenum">
              <a:rPr lang="en-US"/>
              <a:pPr>
                <a:defRPr/>
              </a:pPr>
              <a:t>‹#›</a:t>
            </a:fld>
            <a:endParaRPr lang="en-US" dirty="0"/>
          </a:p>
        </p:txBody>
      </p:sp>
    </p:spTree>
    <p:extLst>
      <p:ext uri="{BB962C8B-B14F-4D97-AF65-F5344CB8AC3E}">
        <p14:creationId xmlns:p14="http://schemas.microsoft.com/office/powerpoint/2010/main" val="126015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3">
            <a:extLst>
              <a:ext uri="{FF2B5EF4-FFF2-40B4-BE49-F238E27FC236}">
                <a16:creationId xmlns:a16="http://schemas.microsoft.com/office/drawing/2014/main" id="{D3013112-8E53-394E-ECCB-452207B40F7C}"/>
              </a:ext>
            </a:extLst>
          </p:cNvPr>
          <p:cNvSpPr>
            <a:spLocks noGrp="1"/>
          </p:cNvSpPr>
          <p:nvPr>
            <p:ph type="dt" sz="half" idx="10"/>
          </p:nvPr>
        </p:nvSpPr>
        <p:spPr/>
        <p:txBody>
          <a:bodyPr/>
          <a:lstStyle>
            <a:lvl1pPr>
              <a:defRPr/>
            </a:lvl1pPr>
          </a:lstStyle>
          <a:p>
            <a:pPr>
              <a:defRPr/>
            </a:pPr>
            <a:fld id="{3DDE836A-6B50-3946-AE10-C20A458A1B5A}" type="datetimeFigureOut">
              <a:rPr lang="en-US"/>
              <a:pPr>
                <a:defRPr/>
              </a:pPr>
              <a:t>5/3/26</a:t>
            </a:fld>
            <a:endParaRPr lang="en-US" dirty="0"/>
          </a:p>
        </p:txBody>
      </p:sp>
      <p:sp>
        <p:nvSpPr>
          <p:cNvPr id="4" name="Footer Placeholder 4">
            <a:extLst>
              <a:ext uri="{FF2B5EF4-FFF2-40B4-BE49-F238E27FC236}">
                <a16:creationId xmlns:a16="http://schemas.microsoft.com/office/drawing/2014/main" id="{CA28DCED-C8BE-C105-AB0A-3BC1992F8F7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2C635DC-513B-C681-12E8-7C23EBC154BE}"/>
              </a:ext>
            </a:extLst>
          </p:cNvPr>
          <p:cNvSpPr>
            <a:spLocks noGrp="1"/>
          </p:cNvSpPr>
          <p:nvPr>
            <p:ph type="sldNum" sz="quarter" idx="12"/>
          </p:nvPr>
        </p:nvSpPr>
        <p:spPr/>
        <p:txBody>
          <a:bodyPr/>
          <a:lstStyle>
            <a:lvl1pPr>
              <a:defRPr/>
            </a:lvl1pPr>
          </a:lstStyle>
          <a:p>
            <a:pPr>
              <a:defRPr/>
            </a:pPr>
            <a:fld id="{CA44E8EA-E524-F446-813D-2798A6AB887D}" type="slidenum">
              <a:rPr lang="en-US"/>
              <a:pPr>
                <a:defRPr/>
              </a:pPr>
              <a:t>‹#›</a:t>
            </a:fld>
            <a:endParaRPr lang="en-US" dirty="0"/>
          </a:p>
        </p:txBody>
      </p:sp>
    </p:spTree>
    <p:extLst>
      <p:ext uri="{BB962C8B-B14F-4D97-AF65-F5344CB8AC3E}">
        <p14:creationId xmlns:p14="http://schemas.microsoft.com/office/powerpoint/2010/main" val="3788703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43D47B5-82BF-929B-038C-833BA2E845F1}"/>
              </a:ext>
            </a:extLst>
          </p:cNvPr>
          <p:cNvSpPr>
            <a:spLocks noGrp="1"/>
          </p:cNvSpPr>
          <p:nvPr>
            <p:ph type="dt" sz="half" idx="10"/>
          </p:nvPr>
        </p:nvSpPr>
        <p:spPr/>
        <p:txBody>
          <a:bodyPr/>
          <a:lstStyle>
            <a:lvl1pPr>
              <a:defRPr/>
            </a:lvl1pPr>
          </a:lstStyle>
          <a:p>
            <a:pPr>
              <a:defRPr/>
            </a:pPr>
            <a:fld id="{9D274ECE-73E2-1749-89B9-3B724C1AE478}" type="datetimeFigureOut">
              <a:rPr lang="en-US"/>
              <a:pPr>
                <a:defRPr/>
              </a:pPr>
              <a:t>5/3/26</a:t>
            </a:fld>
            <a:endParaRPr lang="en-US" dirty="0"/>
          </a:p>
        </p:txBody>
      </p:sp>
      <p:sp>
        <p:nvSpPr>
          <p:cNvPr id="3" name="Footer Placeholder 4">
            <a:extLst>
              <a:ext uri="{FF2B5EF4-FFF2-40B4-BE49-F238E27FC236}">
                <a16:creationId xmlns:a16="http://schemas.microsoft.com/office/drawing/2014/main" id="{7577B0B0-DA64-BE81-0934-289E507358B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433E3E8-4EEE-AF00-EB08-9553D4C6ED2F}"/>
              </a:ext>
            </a:extLst>
          </p:cNvPr>
          <p:cNvSpPr>
            <a:spLocks noGrp="1"/>
          </p:cNvSpPr>
          <p:nvPr>
            <p:ph type="sldNum" sz="quarter" idx="12"/>
          </p:nvPr>
        </p:nvSpPr>
        <p:spPr/>
        <p:txBody>
          <a:bodyPr/>
          <a:lstStyle>
            <a:lvl1pPr>
              <a:defRPr/>
            </a:lvl1pPr>
          </a:lstStyle>
          <a:p>
            <a:pPr>
              <a:defRPr/>
            </a:pPr>
            <a:fld id="{9E2AF9E8-2E52-F542-980C-C3C3B4869A9B}" type="slidenum">
              <a:rPr lang="en-US"/>
              <a:pPr>
                <a:defRPr/>
              </a:pPr>
              <a:t>‹#›</a:t>
            </a:fld>
            <a:endParaRPr lang="en-US" dirty="0"/>
          </a:p>
        </p:txBody>
      </p:sp>
    </p:spTree>
    <p:extLst>
      <p:ext uri="{BB962C8B-B14F-4D97-AF65-F5344CB8AC3E}">
        <p14:creationId xmlns:p14="http://schemas.microsoft.com/office/powerpoint/2010/main" val="68126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Freeform 11" title="right scallop background shape">
            <a:extLst>
              <a:ext uri="{FF2B5EF4-FFF2-40B4-BE49-F238E27FC236}">
                <a16:creationId xmlns:a16="http://schemas.microsoft.com/office/drawing/2014/main" id="{4E945F43-AB5E-7783-5C8A-43A35EF0323A}"/>
              </a:ext>
            </a:extLst>
          </p:cNvPr>
          <p:cNvSpPr/>
          <p:nvPr/>
        </p:nvSpPr>
        <p:spPr bwMode="auto">
          <a:xfrm>
            <a:off x="7389813" y="0"/>
            <a:ext cx="4802187"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6" name="Rectangle 5" title="left edge border">
            <a:extLst>
              <a:ext uri="{FF2B5EF4-FFF2-40B4-BE49-F238E27FC236}">
                <a16:creationId xmlns:a16="http://schemas.microsoft.com/office/drawing/2014/main" id="{4FD7742A-B574-208A-8C30-F2E27E6C35AE}"/>
              </a:ext>
            </a:extLst>
          </p:cNvPr>
          <p:cNvSpPr/>
          <p:nvPr/>
        </p:nvSpPr>
        <p:spPr>
          <a:xfrm>
            <a:off x="0" y="0"/>
            <a:ext cx="2841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4" y="457199"/>
            <a:ext cx="3092115" cy="1196671"/>
          </a:xfrm>
        </p:spPr>
        <p:txBody>
          <a:bodyPr anchor="b"/>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Date Placeholder 4">
            <a:extLst>
              <a:ext uri="{FF2B5EF4-FFF2-40B4-BE49-F238E27FC236}">
                <a16:creationId xmlns:a16="http://schemas.microsoft.com/office/drawing/2014/main" id="{706D02F2-5C07-D4BD-588A-FA57697059D6}"/>
              </a:ext>
            </a:extLst>
          </p:cNvPr>
          <p:cNvSpPr>
            <a:spLocks noGrp="1"/>
          </p:cNvSpPr>
          <p:nvPr>
            <p:ph type="dt" sz="half" idx="10"/>
          </p:nvPr>
        </p:nvSpPr>
        <p:spPr>
          <a:xfrm>
            <a:off x="765175" y="6375400"/>
            <a:ext cx="1233488" cy="349250"/>
          </a:xfrm>
        </p:spPr>
        <p:txBody>
          <a:bodyPr/>
          <a:lstStyle>
            <a:lvl1pPr>
              <a:defRPr/>
            </a:lvl1pPr>
          </a:lstStyle>
          <a:p>
            <a:pPr>
              <a:defRPr/>
            </a:pPr>
            <a:fld id="{D6FD2ACD-FECD-C949-B631-36A6218A6767}" type="datetimeFigureOut">
              <a:rPr lang="en-US"/>
              <a:pPr>
                <a:defRPr/>
              </a:pPr>
              <a:t>5/3/26</a:t>
            </a:fld>
            <a:endParaRPr lang="en-US" dirty="0"/>
          </a:p>
        </p:txBody>
      </p:sp>
      <p:sp>
        <p:nvSpPr>
          <p:cNvPr id="8" name="Footer Placeholder 5">
            <a:extLst>
              <a:ext uri="{FF2B5EF4-FFF2-40B4-BE49-F238E27FC236}">
                <a16:creationId xmlns:a16="http://schemas.microsoft.com/office/drawing/2014/main" id="{A7A89A19-03E6-D9A8-BCD5-D474741719B4}"/>
              </a:ext>
            </a:extLst>
          </p:cNvPr>
          <p:cNvSpPr>
            <a:spLocks noGrp="1"/>
          </p:cNvSpPr>
          <p:nvPr>
            <p:ph type="ftr" sz="quarter" idx="11"/>
          </p:nvPr>
        </p:nvSpPr>
        <p:spPr>
          <a:xfrm>
            <a:off x="2103438" y="6375400"/>
            <a:ext cx="3482975" cy="346075"/>
          </a:xfrm>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2DD2E793-6357-E644-2A57-28A274B47F94}"/>
              </a:ext>
            </a:extLst>
          </p:cNvPr>
          <p:cNvSpPr>
            <a:spLocks noGrp="1"/>
          </p:cNvSpPr>
          <p:nvPr>
            <p:ph type="sldNum" sz="quarter" idx="12"/>
          </p:nvPr>
        </p:nvSpPr>
        <p:spPr>
          <a:xfrm>
            <a:off x="5691188" y="6375400"/>
            <a:ext cx="1231900" cy="346075"/>
          </a:xfrm>
        </p:spPr>
        <p:txBody>
          <a:bodyPr/>
          <a:lstStyle>
            <a:lvl1pPr>
              <a:defRPr/>
            </a:lvl1pPr>
          </a:lstStyle>
          <a:p>
            <a:pPr>
              <a:defRPr/>
            </a:pPr>
            <a:fld id="{6FA8B441-B7FE-0C49-8F55-A5C3C5861999}" type="slidenum">
              <a:rPr lang="en-US"/>
              <a:pPr>
                <a:defRPr/>
              </a:pPr>
              <a:t>‹#›</a:t>
            </a:fld>
            <a:endParaRPr lang="en-US" dirty="0"/>
          </a:p>
        </p:txBody>
      </p:sp>
    </p:spTree>
    <p:extLst>
      <p:ext uri="{BB962C8B-B14F-4D97-AF65-F5344CB8AC3E}">
        <p14:creationId xmlns:p14="http://schemas.microsoft.com/office/powerpoint/2010/main" val="3259235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Freeform 11" title="right scallop background shape">
            <a:extLst>
              <a:ext uri="{FF2B5EF4-FFF2-40B4-BE49-F238E27FC236}">
                <a16:creationId xmlns:a16="http://schemas.microsoft.com/office/drawing/2014/main" id="{B10EADA1-AF16-A963-1917-CB0D6B4A9896}"/>
              </a:ext>
            </a:extLst>
          </p:cNvPr>
          <p:cNvSpPr/>
          <p:nvPr/>
        </p:nvSpPr>
        <p:spPr bwMode="auto">
          <a:xfrm>
            <a:off x="7389813" y="0"/>
            <a:ext cx="4802187"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6" name="Rectangle 5" title="left edge border">
            <a:extLst>
              <a:ext uri="{FF2B5EF4-FFF2-40B4-BE49-F238E27FC236}">
                <a16:creationId xmlns:a16="http://schemas.microsoft.com/office/drawing/2014/main" id="{71A0EDD8-D54A-0586-B3A1-9D3D50E586E5}"/>
              </a:ext>
            </a:extLst>
          </p:cNvPr>
          <p:cNvSpPr/>
          <p:nvPr/>
        </p:nvSpPr>
        <p:spPr>
          <a:xfrm>
            <a:off x="0" y="0"/>
            <a:ext cx="2841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83464" y="0"/>
            <a:ext cx="7355585" cy="685799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dirty="0"/>
          </a:p>
        </p:txBody>
      </p:sp>
      <p:sp>
        <p:nvSpPr>
          <p:cNvPr id="2" name="Title 1"/>
          <p:cNvSpPr>
            <a:spLocks noGrp="1"/>
          </p:cNvSpPr>
          <p:nvPr>
            <p:ph type="title"/>
          </p:nvPr>
        </p:nvSpPr>
        <p:spPr>
          <a:xfrm>
            <a:off x="8337883" y="457200"/>
            <a:ext cx="3092117" cy="1196670"/>
          </a:xfrm>
        </p:spPr>
        <p:txBody>
          <a:bodyPr anchor="b"/>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Date Placeholder 4">
            <a:extLst>
              <a:ext uri="{FF2B5EF4-FFF2-40B4-BE49-F238E27FC236}">
                <a16:creationId xmlns:a16="http://schemas.microsoft.com/office/drawing/2014/main" id="{CAD7B529-1962-DED3-F5BD-330323C6EAB8}"/>
              </a:ext>
            </a:extLst>
          </p:cNvPr>
          <p:cNvSpPr>
            <a:spLocks noGrp="1"/>
          </p:cNvSpPr>
          <p:nvPr>
            <p:ph type="dt" sz="half" idx="10"/>
          </p:nvPr>
        </p:nvSpPr>
        <p:spPr>
          <a:xfrm>
            <a:off x="765175" y="6375400"/>
            <a:ext cx="1233488" cy="349250"/>
          </a:xfrm>
        </p:spPr>
        <p:txBody>
          <a:bodyPr/>
          <a:lstStyle>
            <a:lvl1pPr>
              <a:defRPr/>
            </a:lvl1pPr>
          </a:lstStyle>
          <a:p>
            <a:pPr>
              <a:defRPr/>
            </a:pPr>
            <a:fld id="{B33EFC74-8BFF-E843-BC4E-C94B84C47CA4}" type="datetimeFigureOut">
              <a:rPr lang="en-US"/>
              <a:pPr>
                <a:defRPr/>
              </a:pPr>
              <a:t>5/3/26</a:t>
            </a:fld>
            <a:endParaRPr lang="en-US" dirty="0"/>
          </a:p>
        </p:txBody>
      </p:sp>
      <p:sp>
        <p:nvSpPr>
          <p:cNvPr id="8" name="Footer Placeholder 5">
            <a:extLst>
              <a:ext uri="{FF2B5EF4-FFF2-40B4-BE49-F238E27FC236}">
                <a16:creationId xmlns:a16="http://schemas.microsoft.com/office/drawing/2014/main" id="{64B1D22C-9CCE-0B71-4E63-1E6739DE9059}"/>
              </a:ext>
            </a:extLst>
          </p:cNvPr>
          <p:cNvSpPr>
            <a:spLocks noGrp="1"/>
          </p:cNvSpPr>
          <p:nvPr>
            <p:ph type="ftr" sz="quarter" idx="11"/>
          </p:nvPr>
        </p:nvSpPr>
        <p:spPr>
          <a:xfrm>
            <a:off x="2103438" y="6375400"/>
            <a:ext cx="3482975" cy="346075"/>
          </a:xfrm>
        </p:spPr>
        <p:txBody>
          <a:bodyPr/>
          <a:lstStyle>
            <a:lvl1pPr>
              <a:defRPr dirty="0"/>
            </a:lvl1pPr>
          </a:lstStyle>
          <a:p>
            <a:pPr>
              <a:defRPr/>
            </a:pPr>
            <a:endParaRPr lang="en-US"/>
          </a:p>
        </p:txBody>
      </p:sp>
      <p:sp>
        <p:nvSpPr>
          <p:cNvPr id="9" name="Slide Number Placeholder 6">
            <a:extLst>
              <a:ext uri="{FF2B5EF4-FFF2-40B4-BE49-F238E27FC236}">
                <a16:creationId xmlns:a16="http://schemas.microsoft.com/office/drawing/2014/main" id="{E88E50CC-5F85-E78B-00B7-1E86C2BA3128}"/>
              </a:ext>
            </a:extLst>
          </p:cNvPr>
          <p:cNvSpPr>
            <a:spLocks noGrp="1"/>
          </p:cNvSpPr>
          <p:nvPr>
            <p:ph type="sldNum" sz="quarter" idx="12"/>
          </p:nvPr>
        </p:nvSpPr>
        <p:spPr>
          <a:xfrm>
            <a:off x="5688013" y="6375400"/>
            <a:ext cx="1233487" cy="346075"/>
          </a:xfrm>
        </p:spPr>
        <p:txBody>
          <a:bodyPr/>
          <a:lstStyle>
            <a:lvl1pPr>
              <a:defRPr/>
            </a:lvl1pPr>
          </a:lstStyle>
          <a:p>
            <a:pPr>
              <a:defRPr/>
            </a:pPr>
            <a:fld id="{545E5B14-45DB-D042-996F-9D2B5EEE3AAE}" type="slidenum">
              <a:rPr lang="en-US"/>
              <a:pPr>
                <a:defRPr/>
              </a:pPr>
              <a:t>‹#›</a:t>
            </a:fld>
            <a:endParaRPr lang="en-US" dirty="0"/>
          </a:p>
        </p:txBody>
      </p:sp>
    </p:spTree>
    <p:extLst>
      <p:ext uri="{BB962C8B-B14F-4D97-AF65-F5344CB8AC3E}">
        <p14:creationId xmlns:p14="http://schemas.microsoft.com/office/powerpoint/2010/main" val="306601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3C6A93B-C36A-C7D6-50E9-31C696DC921D}"/>
              </a:ext>
            </a:extLst>
          </p:cNvPr>
          <p:cNvSpPr>
            <a:spLocks noGrp="1"/>
          </p:cNvSpPr>
          <p:nvPr>
            <p:ph type="dt" sz="half" idx="10"/>
          </p:nvPr>
        </p:nvSpPr>
        <p:spPr/>
        <p:txBody>
          <a:bodyPr/>
          <a:lstStyle>
            <a:lvl1pPr>
              <a:defRPr/>
            </a:lvl1pPr>
          </a:lstStyle>
          <a:p>
            <a:pPr>
              <a:defRPr/>
            </a:pPr>
            <a:fld id="{9DD08513-557C-1549-AE84-8C024C667779}" type="datetimeFigureOut">
              <a:rPr lang="en-US"/>
              <a:pPr>
                <a:defRPr/>
              </a:pPr>
              <a:t>5/3/26</a:t>
            </a:fld>
            <a:endParaRPr lang="en-US" dirty="0"/>
          </a:p>
        </p:txBody>
      </p:sp>
      <p:sp>
        <p:nvSpPr>
          <p:cNvPr id="5" name="Footer Placeholder 4">
            <a:extLst>
              <a:ext uri="{FF2B5EF4-FFF2-40B4-BE49-F238E27FC236}">
                <a16:creationId xmlns:a16="http://schemas.microsoft.com/office/drawing/2014/main" id="{4FBAD590-DEE5-9679-B447-FAF83E0AA9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4EBE105-4D2A-16AD-916A-08546ACF5248}"/>
              </a:ext>
            </a:extLst>
          </p:cNvPr>
          <p:cNvSpPr>
            <a:spLocks noGrp="1"/>
          </p:cNvSpPr>
          <p:nvPr>
            <p:ph type="sldNum" sz="quarter" idx="12"/>
          </p:nvPr>
        </p:nvSpPr>
        <p:spPr/>
        <p:txBody>
          <a:bodyPr/>
          <a:lstStyle>
            <a:lvl1pPr>
              <a:defRPr/>
            </a:lvl1pPr>
          </a:lstStyle>
          <a:p>
            <a:pPr>
              <a:defRPr/>
            </a:pPr>
            <a:fld id="{753010C0-521C-5745-A099-352ACA32369A}" type="slidenum">
              <a:rPr lang="en-US"/>
              <a:pPr>
                <a:defRPr/>
              </a:pPr>
              <a:t>‹#›</a:t>
            </a:fld>
            <a:endParaRPr lang="en-US" dirty="0"/>
          </a:p>
        </p:txBody>
      </p:sp>
    </p:spTree>
    <p:extLst>
      <p:ext uri="{BB962C8B-B14F-4D97-AF65-F5344CB8AC3E}">
        <p14:creationId xmlns:p14="http://schemas.microsoft.com/office/powerpoint/2010/main" val="1026351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BF849DB0-53DE-313F-5E6E-26686CC5F307}"/>
              </a:ext>
            </a:extLst>
          </p:cNvPr>
          <p:cNvSpPr>
            <a:spLocks noGrp="1"/>
          </p:cNvSpPr>
          <p:nvPr>
            <p:ph type="dt" sz="half" idx="10"/>
          </p:nvPr>
        </p:nvSpPr>
        <p:spPr/>
        <p:txBody>
          <a:bodyPr/>
          <a:lstStyle>
            <a:lvl1pPr>
              <a:defRPr/>
            </a:lvl1pPr>
          </a:lstStyle>
          <a:p>
            <a:pPr>
              <a:defRPr/>
            </a:pPr>
            <a:fld id="{B4426560-0E5F-5346-9A01-228BFF802E42}" type="datetimeFigureOut">
              <a:rPr lang="en-US"/>
              <a:pPr>
                <a:defRPr/>
              </a:pPr>
              <a:t>5/3/26</a:t>
            </a:fld>
            <a:endParaRPr lang="en-US" dirty="0"/>
          </a:p>
        </p:txBody>
      </p:sp>
      <p:sp>
        <p:nvSpPr>
          <p:cNvPr id="5" name="Footer Placeholder 4">
            <a:extLst>
              <a:ext uri="{FF2B5EF4-FFF2-40B4-BE49-F238E27FC236}">
                <a16:creationId xmlns:a16="http://schemas.microsoft.com/office/drawing/2014/main" id="{8B0F66B5-2F69-0F41-F13E-4DF7596ACF6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30CAB37-631C-B1C5-DEC6-3E4605DF7461}"/>
              </a:ext>
            </a:extLst>
          </p:cNvPr>
          <p:cNvSpPr>
            <a:spLocks noGrp="1"/>
          </p:cNvSpPr>
          <p:nvPr>
            <p:ph type="sldNum" sz="quarter" idx="12"/>
          </p:nvPr>
        </p:nvSpPr>
        <p:spPr/>
        <p:txBody>
          <a:bodyPr/>
          <a:lstStyle>
            <a:lvl1pPr>
              <a:defRPr/>
            </a:lvl1pPr>
          </a:lstStyle>
          <a:p>
            <a:pPr>
              <a:defRPr/>
            </a:pPr>
            <a:fld id="{5BD4C21B-5171-4548-8250-D483BB95A77D}" type="slidenum">
              <a:rPr lang="en-US"/>
              <a:pPr>
                <a:defRPr/>
              </a:pPr>
              <a:t>‹#›</a:t>
            </a:fld>
            <a:endParaRPr lang="en-US" dirty="0"/>
          </a:p>
        </p:txBody>
      </p:sp>
    </p:spTree>
    <p:extLst>
      <p:ext uri="{BB962C8B-B14F-4D97-AF65-F5344CB8AC3E}">
        <p14:creationId xmlns:p14="http://schemas.microsoft.com/office/powerpoint/2010/main" val="1949992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CAF08E-1670-1DD4-A9CF-983CD17EBEE1}"/>
              </a:ext>
            </a:extLst>
          </p:cNvPr>
          <p:cNvSpPr>
            <a:spLocks noGrp="1"/>
          </p:cNvSpPr>
          <p:nvPr>
            <p:ph type="title"/>
          </p:nvPr>
        </p:nvSpPr>
        <p:spPr>
          <a:xfrm>
            <a:off x="1250950" y="382588"/>
            <a:ext cx="10179050" cy="149225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15363" name="Text Placeholder 2">
            <a:extLst>
              <a:ext uri="{FF2B5EF4-FFF2-40B4-BE49-F238E27FC236}">
                <a16:creationId xmlns:a16="http://schemas.microsoft.com/office/drawing/2014/main" id="{4EE25AD5-65CD-BC21-8E2E-BAC0D49CF10C}"/>
              </a:ext>
            </a:extLst>
          </p:cNvPr>
          <p:cNvSpPr>
            <a:spLocks noGrp="1" noChangeArrowheads="1"/>
          </p:cNvSpPr>
          <p:nvPr>
            <p:ph type="body" idx="1"/>
          </p:nvPr>
        </p:nvSpPr>
        <p:spPr bwMode="auto">
          <a:xfrm>
            <a:off x="1250950" y="2286000"/>
            <a:ext cx="10179050"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FB73B1C7-9249-1DF2-6734-54AF4C1B43A2}"/>
              </a:ext>
            </a:extLst>
          </p:cNvPr>
          <p:cNvSpPr>
            <a:spLocks noGrp="1"/>
          </p:cNvSpPr>
          <p:nvPr>
            <p:ph type="dt" sz="half" idx="2"/>
          </p:nvPr>
        </p:nvSpPr>
        <p:spPr>
          <a:xfrm>
            <a:off x="1250950" y="6375400"/>
            <a:ext cx="2330450" cy="349250"/>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lumMod val="65000"/>
                    <a:lumOff val="35000"/>
                  </a:schemeClr>
                </a:solidFill>
                <a:latin typeface="+mn-lt"/>
              </a:defRPr>
            </a:lvl1pPr>
          </a:lstStyle>
          <a:p>
            <a:pPr>
              <a:defRPr/>
            </a:pPr>
            <a:fld id="{EFE4FC0A-E403-BF40-961E-20A8657A80B3}" type="datetimeFigureOut">
              <a:rPr lang="en-US"/>
              <a:pPr>
                <a:defRPr/>
              </a:pPr>
              <a:t>5/3/26</a:t>
            </a:fld>
            <a:endParaRPr lang="en-US" dirty="0"/>
          </a:p>
        </p:txBody>
      </p:sp>
      <p:sp>
        <p:nvSpPr>
          <p:cNvPr id="5" name="Footer Placeholder 4">
            <a:extLst>
              <a:ext uri="{FF2B5EF4-FFF2-40B4-BE49-F238E27FC236}">
                <a16:creationId xmlns:a16="http://schemas.microsoft.com/office/drawing/2014/main" id="{33D4F346-8E16-CA0B-8552-E7B499D0B9E8}"/>
              </a:ext>
            </a:extLst>
          </p:cNvPr>
          <p:cNvSpPr>
            <a:spLocks noGrp="1"/>
          </p:cNvSpPr>
          <p:nvPr>
            <p:ph type="ftr" sz="quarter" idx="3"/>
          </p:nvPr>
        </p:nvSpPr>
        <p:spPr>
          <a:xfrm>
            <a:off x="4038600" y="6375400"/>
            <a:ext cx="4114800" cy="34607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lumMod val="65000"/>
                    <a:lumOff val="3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33B2E1B4-F5B5-0E50-552E-CB4875522DFA}"/>
              </a:ext>
            </a:extLst>
          </p:cNvPr>
          <p:cNvSpPr>
            <a:spLocks noGrp="1"/>
          </p:cNvSpPr>
          <p:nvPr>
            <p:ph type="sldNum" sz="quarter" idx="4"/>
          </p:nvPr>
        </p:nvSpPr>
        <p:spPr>
          <a:xfrm>
            <a:off x="8610600" y="6375400"/>
            <a:ext cx="2819400" cy="34607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lumMod val="65000"/>
                    <a:lumOff val="35000"/>
                  </a:schemeClr>
                </a:solidFill>
                <a:latin typeface="+mn-lt"/>
              </a:defRPr>
            </a:lvl1pPr>
          </a:lstStyle>
          <a:p>
            <a:pPr>
              <a:defRPr/>
            </a:pPr>
            <a:fld id="{40E1E89D-794D-9549-947D-A88B0962D21B}" type="slidenum">
              <a:rPr lang="en-US"/>
              <a:pPr>
                <a:defRPr/>
              </a:pPr>
              <a:t>‹#›</a:t>
            </a:fld>
            <a:endParaRPr lang="en-US" dirty="0"/>
          </a:p>
        </p:txBody>
      </p:sp>
      <p:sp>
        <p:nvSpPr>
          <p:cNvPr id="11" name="Freeform 6" title="Left scallop edge">
            <a:extLst>
              <a:ext uri="{FF2B5EF4-FFF2-40B4-BE49-F238E27FC236}">
                <a16:creationId xmlns:a16="http://schemas.microsoft.com/office/drawing/2014/main" id="{3ECBEE4B-E641-E940-8050-3AD86BC8270C}"/>
              </a:ext>
            </a:extLst>
          </p:cNvPr>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a:extLst>
              <a:ext uri="{FF2B5EF4-FFF2-40B4-BE49-F238E27FC236}">
                <a16:creationId xmlns:a16="http://schemas.microsoft.com/office/drawing/2014/main" id="{4035475E-4B19-326E-63A3-4AFCF78027B6}"/>
              </a:ext>
            </a:extLst>
          </p:cNvPr>
          <p:cNvSpPr/>
          <p:nvPr/>
        </p:nvSpPr>
        <p:spPr>
          <a:xfrm>
            <a:off x="11907838" y="0"/>
            <a:ext cx="28416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967" r:id="rId1"/>
    <p:sldLayoutId id="2147483960" r:id="rId2"/>
    <p:sldLayoutId id="2147483968" r:id="rId3"/>
    <p:sldLayoutId id="2147483961" r:id="rId4"/>
    <p:sldLayoutId id="2147483962" r:id="rId5"/>
    <p:sldLayoutId id="2147483963" r:id="rId6"/>
    <p:sldLayoutId id="2147483964" r:id="rId7"/>
    <p:sldLayoutId id="2147483969" r:id="rId8"/>
    <p:sldLayoutId id="2147483970" r:id="rId9"/>
    <p:sldLayoutId id="2147483965" r:id="rId10"/>
    <p:sldLayoutId id="2147483966" r:id="rId11"/>
  </p:sldLayoutIdLst>
  <p:txStyles>
    <p:titleStyle>
      <a:lvl1pPr algn="l" rtl="0" fontAlgn="base">
        <a:lnSpc>
          <a:spcPct val="90000"/>
        </a:lnSpc>
        <a:spcBef>
          <a:spcPct val="0"/>
        </a:spcBef>
        <a:spcAft>
          <a:spcPct val="0"/>
        </a:spcAft>
        <a:defRPr sz="5100" kern="1200" cap="all" spc="200">
          <a:solidFill>
            <a:schemeClr val="tx2"/>
          </a:solidFill>
          <a:latin typeface="+mj-lt"/>
          <a:ea typeface="+mj-ea"/>
          <a:cs typeface="+mj-cs"/>
        </a:defRPr>
      </a:lvl1pPr>
      <a:lvl2pPr algn="l" rtl="0" fontAlgn="base">
        <a:lnSpc>
          <a:spcPct val="90000"/>
        </a:lnSpc>
        <a:spcBef>
          <a:spcPct val="0"/>
        </a:spcBef>
        <a:spcAft>
          <a:spcPct val="0"/>
        </a:spcAft>
        <a:defRPr sz="5100">
          <a:solidFill>
            <a:schemeClr val="tx2"/>
          </a:solidFill>
          <a:latin typeface="Impact" panose="020B0806030902050204" pitchFamily="34" charset="0"/>
        </a:defRPr>
      </a:lvl2pPr>
      <a:lvl3pPr algn="l" rtl="0" fontAlgn="base">
        <a:lnSpc>
          <a:spcPct val="90000"/>
        </a:lnSpc>
        <a:spcBef>
          <a:spcPct val="0"/>
        </a:spcBef>
        <a:spcAft>
          <a:spcPct val="0"/>
        </a:spcAft>
        <a:defRPr sz="5100">
          <a:solidFill>
            <a:schemeClr val="tx2"/>
          </a:solidFill>
          <a:latin typeface="Impact" panose="020B0806030902050204" pitchFamily="34" charset="0"/>
        </a:defRPr>
      </a:lvl3pPr>
      <a:lvl4pPr algn="l" rtl="0" fontAlgn="base">
        <a:lnSpc>
          <a:spcPct val="90000"/>
        </a:lnSpc>
        <a:spcBef>
          <a:spcPct val="0"/>
        </a:spcBef>
        <a:spcAft>
          <a:spcPct val="0"/>
        </a:spcAft>
        <a:defRPr sz="5100">
          <a:solidFill>
            <a:schemeClr val="tx2"/>
          </a:solidFill>
          <a:latin typeface="Impact" panose="020B0806030902050204" pitchFamily="34" charset="0"/>
        </a:defRPr>
      </a:lvl4pPr>
      <a:lvl5pPr algn="l" rtl="0" fontAlgn="base">
        <a:lnSpc>
          <a:spcPct val="90000"/>
        </a:lnSpc>
        <a:spcBef>
          <a:spcPct val="0"/>
        </a:spcBef>
        <a:spcAft>
          <a:spcPct val="0"/>
        </a:spcAft>
        <a:defRPr sz="5100">
          <a:solidFill>
            <a:schemeClr val="tx2"/>
          </a:solidFill>
          <a:latin typeface="Impact" panose="020B0806030902050204" pitchFamily="34" charset="0"/>
        </a:defRPr>
      </a:lvl5pPr>
      <a:lvl6pPr marL="457200" algn="l" rtl="0" fontAlgn="base">
        <a:lnSpc>
          <a:spcPct val="90000"/>
        </a:lnSpc>
        <a:spcBef>
          <a:spcPct val="0"/>
        </a:spcBef>
        <a:spcAft>
          <a:spcPct val="0"/>
        </a:spcAft>
        <a:defRPr sz="5100">
          <a:solidFill>
            <a:schemeClr val="tx2"/>
          </a:solidFill>
          <a:latin typeface="Impact" panose="020B0806030902050204" pitchFamily="34" charset="0"/>
        </a:defRPr>
      </a:lvl6pPr>
      <a:lvl7pPr marL="914400" algn="l" rtl="0" fontAlgn="base">
        <a:lnSpc>
          <a:spcPct val="90000"/>
        </a:lnSpc>
        <a:spcBef>
          <a:spcPct val="0"/>
        </a:spcBef>
        <a:spcAft>
          <a:spcPct val="0"/>
        </a:spcAft>
        <a:defRPr sz="5100">
          <a:solidFill>
            <a:schemeClr val="tx2"/>
          </a:solidFill>
          <a:latin typeface="Impact" panose="020B0806030902050204" pitchFamily="34" charset="0"/>
        </a:defRPr>
      </a:lvl7pPr>
      <a:lvl8pPr marL="1371600" algn="l" rtl="0" fontAlgn="base">
        <a:lnSpc>
          <a:spcPct val="90000"/>
        </a:lnSpc>
        <a:spcBef>
          <a:spcPct val="0"/>
        </a:spcBef>
        <a:spcAft>
          <a:spcPct val="0"/>
        </a:spcAft>
        <a:defRPr sz="5100">
          <a:solidFill>
            <a:schemeClr val="tx2"/>
          </a:solidFill>
          <a:latin typeface="Impact" panose="020B0806030902050204" pitchFamily="34" charset="0"/>
        </a:defRPr>
      </a:lvl8pPr>
      <a:lvl9pPr marL="1828800" algn="l" rtl="0" fontAlgn="base">
        <a:lnSpc>
          <a:spcPct val="90000"/>
        </a:lnSpc>
        <a:spcBef>
          <a:spcPct val="0"/>
        </a:spcBef>
        <a:spcAft>
          <a:spcPct val="0"/>
        </a:spcAft>
        <a:defRPr sz="5100">
          <a:solidFill>
            <a:schemeClr val="tx2"/>
          </a:solidFill>
          <a:latin typeface="Impact" panose="020B0806030902050204" pitchFamily="34" charset="0"/>
        </a:defRPr>
      </a:lvl9pPr>
    </p:titleStyle>
    <p:bodyStyle>
      <a:lvl1pPr marL="228600" indent="-228600" algn="l" rtl="0" fontAlgn="base">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rtl="0" fontAlgn="base">
        <a:lnSpc>
          <a:spcPct val="110000"/>
        </a:lnSpc>
        <a:spcBef>
          <a:spcPts val="700"/>
        </a:spcBef>
        <a:spcAft>
          <a:spcPct val="0"/>
        </a:spcAft>
        <a:buClr>
          <a:schemeClr val="tx2"/>
        </a:buClr>
        <a:buFont typeface="Gill Sans MT" panose="020B0502020104020203" pitchFamily="34" charset="77"/>
        <a:buChar char="–"/>
        <a:defRPr kern="1200">
          <a:solidFill>
            <a:srgbClr val="595959"/>
          </a:solidFill>
          <a:latin typeface="+mn-lt"/>
          <a:ea typeface="+mn-ea"/>
          <a:cs typeface="+mn-cs"/>
        </a:defRPr>
      </a:lvl2pPr>
      <a:lvl3pPr marL="1143000" indent="-228600" algn="l" rtl="0" fontAlgn="base">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rtl="0" fontAlgn="base">
        <a:lnSpc>
          <a:spcPct val="110000"/>
        </a:lnSpc>
        <a:spcBef>
          <a:spcPts val="700"/>
        </a:spcBef>
        <a:spcAft>
          <a:spcPct val="0"/>
        </a:spcAft>
        <a:buClr>
          <a:schemeClr val="tx2"/>
        </a:buClr>
        <a:buFont typeface="Gill Sans MT" panose="020B0502020104020203" pitchFamily="34" charset="77"/>
        <a:buChar char="–"/>
        <a:defRPr sz="1400" kern="1200">
          <a:solidFill>
            <a:srgbClr val="595959"/>
          </a:solidFill>
          <a:latin typeface="+mn-lt"/>
          <a:ea typeface="+mn-ea"/>
          <a:cs typeface="+mn-cs"/>
        </a:defRPr>
      </a:lvl4pPr>
      <a:lvl5pPr marL="2057400" indent="-228600" algn="l" rtl="0" fontAlgn="base">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A107-C458-7D3C-5F72-5C1B6A95709B}"/>
              </a:ext>
            </a:extLst>
          </p:cNvPr>
          <p:cNvSpPr>
            <a:spLocks noGrp="1"/>
          </p:cNvSpPr>
          <p:nvPr>
            <p:ph type="ctrTitle"/>
          </p:nvPr>
        </p:nvSpPr>
        <p:spPr>
          <a:xfrm>
            <a:off x="1876425" y="250825"/>
            <a:ext cx="9945688" cy="1490663"/>
          </a:xfrm>
        </p:spPr>
        <p:txBody>
          <a:bodyPr/>
          <a:lstStyle/>
          <a:p>
            <a:pPr fontAlgn="auto">
              <a:spcAft>
                <a:spcPts val="0"/>
              </a:spcAft>
              <a:defRPr/>
            </a:pPr>
            <a:r>
              <a:rPr lang="en-US" sz="3200" b="1" u="sng" dirty="0">
                <a:solidFill>
                  <a:schemeClr val="tx1"/>
                </a:solidFill>
              </a:rPr>
              <a:t>DESIGN THINKING AND PRODUCT </a:t>
            </a:r>
            <a:r>
              <a:rPr lang="en-US" sz="3200" b="1" u="sng" dirty="0" err="1">
                <a:solidFill>
                  <a:schemeClr val="tx1"/>
                </a:solidFill>
              </a:rPr>
              <a:t>INNOVAtion</a:t>
            </a:r>
            <a:endParaRPr lang="en-US" sz="3200" b="1" u="sng" dirty="0">
              <a:solidFill>
                <a:schemeClr val="tx1"/>
              </a:solidFill>
            </a:endParaRPr>
          </a:p>
        </p:txBody>
      </p:sp>
      <p:sp>
        <p:nvSpPr>
          <p:cNvPr id="3" name="Subtitle 2">
            <a:extLst>
              <a:ext uri="{FF2B5EF4-FFF2-40B4-BE49-F238E27FC236}">
                <a16:creationId xmlns:a16="http://schemas.microsoft.com/office/drawing/2014/main" id="{219D4C81-F777-639C-3374-6CD0EFC1EDB1}"/>
              </a:ext>
            </a:extLst>
          </p:cNvPr>
          <p:cNvSpPr>
            <a:spLocks noGrp="1"/>
          </p:cNvSpPr>
          <p:nvPr>
            <p:ph type="subTitle" idx="1"/>
          </p:nvPr>
        </p:nvSpPr>
        <p:spPr>
          <a:xfrm>
            <a:off x="1876425" y="2003425"/>
            <a:ext cx="9412288" cy="4397375"/>
          </a:xfrm>
        </p:spPr>
        <p:txBody>
          <a:bodyPr rtlCol="0"/>
          <a:lstStyle/>
          <a:p>
            <a:pPr algn="r" fontAlgn="auto">
              <a:spcAft>
                <a:spcPts val="0"/>
              </a:spcAft>
              <a:defRPr/>
            </a:pPr>
            <a:r>
              <a:rPr lang="en-US" cap="none" dirty="0">
                <a:solidFill>
                  <a:schemeClr val="tx1"/>
                </a:solidFill>
              </a:rPr>
              <a:t>Present by:</a:t>
            </a:r>
          </a:p>
          <a:p>
            <a:pPr marL="342900" indent="-342900" algn="l" fontAlgn="auto">
              <a:spcAft>
                <a:spcPts val="0"/>
              </a:spcAft>
              <a:buFont typeface="Arial" panose="020B0604020202020204" pitchFamily="34" charset="0"/>
              <a:buChar char="•"/>
              <a:defRPr/>
            </a:pPr>
            <a:r>
              <a:rPr lang="en-US" cap="none" dirty="0">
                <a:solidFill>
                  <a:schemeClr val="tx1"/>
                </a:solidFill>
              </a:rPr>
              <a:t>24KD1A0265-K.koteswara Rao</a:t>
            </a:r>
          </a:p>
          <a:p>
            <a:pPr marL="342900" indent="-342900" algn="l" fontAlgn="auto">
              <a:spcAft>
                <a:spcPts val="0"/>
              </a:spcAft>
              <a:buFont typeface="Arial" panose="020B0604020202020204" pitchFamily="34" charset="0"/>
              <a:buChar char="•"/>
              <a:defRPr/>
            </a:pPr>
            <a:r>
              <a:rPr lang="en-US" cap="none" dirty="0">
                <a:solidFill>
                  <a:schemeClr val="tx1"/>
                </a:solidFill>
              </a:rPr>
              <a:t>24KD1A0266-K.Ramana Pradeep</a:t>
            </a:r>
          </a:p>
          <a:p>
            <a:pPr marL="342900" indent="-342900" algn="l" fontAlgn="auto">
              <a:spcAft>
                <a:spcPts val="0"/>
              </a:spcAft>
              <a:buFont typeface="Arial" panose="020B0604020202020204" pitchFamily="34" charset="0"/>
              <a:buChar char="•"/>
              <a:defRPr/>
            </a:pPr>
            <a:r>
              <a:rPr lang="en-US" cap="none" dirty="0">
                <a:solidFill>
                  <a:schemeClr val="tx1"/>
                </a:solidFill>
              </a:rPr>
              <a:t>24KD1A0269-K.Tarun    </a:t>
            </a:r>
          </a:p>
          <a:p>
            <a:pPr marL="342900" indent="-342900" algn="l" fontAlgn="auto">
              <a:spcAft>
                <a:spcPts val="0"/>
              </a:spcAft>
              <a:buFont typeface="Arial" panose="020B0604020202020204" pitchFamily="34" charset="0"/>
              <a:buChar char="•"/>
              <a:defRPr/>
            </a:pPr>
            <a:r>
              <a:rPr lang="en-US" cap="none" dirty="0">
                <a:solidFill>
                  <a:schemeClr val="tx1"/>
                </a:solidFill>
              </a:rPr>
              <a:t>24KD1A0275-L.Venkat Lakshmi</a:t>
            </a:r>
          </a:p>
          <a:p>
            <a:pPr marL="342900" indent="-342900" algn="l" fontAlgn="auto">
              <a:spcAft>
                <a:spcPts val="0"/>
              </a:spcAft>
              <a:buFont typeface="Arial" panose="020B0604020202020204" pitchFamily="34" charset="0"/>
              <a:buChar char="•"/>
              <a:defRPr/>
            </a:pPr>
            <a:r>
              <a:rPr lang="en-US" cap="none" dirty="0">
                <a:solidFill>
                  <a:schemeClr val="tx1"/>
                </a:solidFill>
              </a:rPr>
              <a:t>24KD1A0276-M.Dinesh</a:t>
            </a:r>
          </a:p>
          <a:p>
            <a:pPr marL="342900" indent="-342900" algn="l" fontAlgn="auto">
              <a:spcAft>
                <a:spcPts val="0"/>
              </a:spcAft>
              <a:buFont typeface="Arial" panose="020B0604020202020204" pitchFamily="34" charset="0"/>
              <a:buChar char="•"/>
              <a:defRPr/>
            </a:pPr>
            <a:r>
              <a:rPr lang="en-US" cap="none" dirty="0">
                <a:solidFill>
                  <a:schemeClr val="tx1"/>
                </a:solidFill>
              </a:rPr>
              <a:t>24KD1A0277-M.Lokesh</a:t>
            </a:r>
          </a:p>
          <a:p>
            <a:pPr marL="342900" indent="-342900" algn="l" fontAlgn="auto">
              <a:spcAft>
                <a:spcPts val="0"/>
              </a:spcAft>
              <a:buFont typeface="Arial" panose="020B0604020202020204" pitchFamily="34" charset="0"/>
              <a:buChar char="•"/>
              <a:defRPr/>
            </a:pPr>
            <a:r>
              <a:rPr lang="en-US" cap="none" dirty="0">
                <a:solidFill>
                  <a:schemeClr val="tx1"/>
                </a:solidFill>
              </a:rPr>
              <a:t>24KD1A0278-M.laxman</a:t>
            </a:r>
          </a:p>
          <a:p>
            <a:pPr algn="r" fontAlgn="auto">
              <a:spcAft>
                <a:spcPts val="0"/>
              </a:spcAft>
              <a:defRPr/>
            </a:pPr>
            <a:endParaRPr lang="en-US" cap="none" dirty="0">
              <a:solidFill>
                <a:schemeClr val="tx1"/>
              </a:solidFill>
            </a:endParaRPr>
          </a:p>
          <a:p>
            <a:pPr marL="342900" indent="-342900" algn="r" fontAlgn="auto">
              <a:spcAft>
                <a:spcPts val="0"/>
              </a:spcAft>
              <a:buFont typeface="Arial" panose="020B0604020202020204" pitchFamily="34" charset="0"/>
              <a:buChar char="•"/>
              <a:defRPr/>
            </a:pPr>
            <a:endParaRPr lang="en-US" cap="none" dirty="0">
              <a:solidFill>
                <a:schemeClr val="tx1"/>
              </a:solidFill>
            </a:endParaRPr>
          </a:p>
          <a:p>
            <a:pPr marL="342900" indent="-342900" algn="r" fontAlgn="auto">
              <a:spcAft>
                <a:spcPts val="0"/>
              </a:spcAft>
              <a:buFont typeface="Arial" panose="020B0604020202020204" pitchFamily="34" charset="0"/>
              <a:buChar char="•"/>
              <a:defRPr/>
            </a:pPr>
            <a:endParaRPr lang="en-US" cap="none" dirty="0"/>
          </a:p>
          <a:p>
            <a:pPr marL="342900" indent="-342900" algn="r" fontAlgn="auto">
              <a:spcAft>
                <a:spcPts val="0"/>
              </a:spcAft>
              <a:buFont typeface="Arial" panose="020B0604020202020204" pitchFamily="34" charset="0"/>
              <a:buChar char="•"/>
              <a:defRPr/>
            </a:pPr>
            <a:endParaRPr lang="en-US" cap="none" dirty="0"/>
          </a:p>
          <a:p>
            <a:pPr marL="342900" indent="-342900" algn="r" fontAlgn="auto">
              <a:spcAft>
                <a:spcPts val="0"/>
              </a:spcAft>
              <a:buFont typeface="Arial" panose="020B0604020202020204" pitchFamily="34" charset="0"/>
              <a:buChar char="•"/>
              <a:defRPr/>
            </a:pPr>
            <a:endParaRPr lang="en-US" cap="non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044A6-FC51-B98D-60B0-F63097D8CD63}"/>
              </a:ext>
            </a:extLst>
          </p:cNvPr>
          <p:cNvSpPr>
            <a:spLocks noGrp="1"/>
          </p:cNvSpPr>
          <p:nvPr>
            <p:ph type="title"/>
          </p:nvPr>
        </p:nvSpPr>
        <p:spPr/>
        <p:txBody>
          <a:bodyPr/>
          <a:lstStyle/>
          <a:p>
            <a:pPr algn="ctr" fontAlgn="auto">
              <a:spcAft>
                <a:spcPts val="0"/>
              </a:spcAft>
              <a:defRPr/>
            </a:pPr>
            <a:r>
              <a:rPr lang="en-US" sz="4000" b="1" u="sng" dirty="0" err="1">
                <a:solidFill>
                  <a:schemeClr val="tx1"/>
                </a:solidFill>
                <a:latin typeface="Times New Roman" panose="02020603050405020304" pitchFamily="18" charset="0"/>
                <a:cs typeface="Times New Roman" panose="02020603050405020304" pitchFamily="18" charset="0"/>
              </a:rPr>
              <a:t>Resqux</a:t>
            </a:r>
            <a:br>
              <a:rPr lang="en-US" sz="4000" b="1" u="sng" dirty="0">
                <a:solidFill>
                  <a:schemeClr val="tx1"/>
                </a:solidFill>
                <a:latin typeface="Times New Roman" panose="02020603050405020304" pitchFamily="18" charset="0"/>
                <a:cs typeface="Times New Roman" panose="02020603050405020304" pitchFamily="18" charset="0"/>
              </a:rPr>
            </a:br>
            <a:br>
              <a:rPr lang="en-US" sz="4000" b="1" u="sng" dirty="0">
                <a:solidFill>
                  <a:schemeClr val="tx1"/>
                </a:solidFill>
                <a:latin typeface="Times New Roman" panose="02020603050405020304" pitchFamily="18" charset="0"/>
                <a:cs typeface="Times New Roman" panose="02020603050405020304" pitchFamily="18" charset="0"/>
              </a:rPr>
            </a:br>
            <a:r>
              <a:rPr lang="en-US" sz="1900" b="1" dirty="0">
                <a:solidFill>
                  <a:schemeClr val="tx1"/>
                </a:solidFill>
                <a:latin typeface="Times New Roman" panose="02020603050405020304" pitchFamily="18" charset="0"/>
                <a:cs typeface="Times New Roman" panose="02020603050405020304" pitchFamily="18" charset="0"/>
              </a:rPr>
              <a:t>to save the people in danger </a:t>
            </a:r>
          </a:p>
        </p:txBody>
      </p:sp>
      <p:pic>
        <p:nvPicPr>
          <p:cNvPr id="2050" name="Content Placeholder 4">
            <a:extLst>
              <a:ext uri="{FF2B5EF4-FFF2-40B4-BE49-F238E27FC236}">
                <a16:creationId xmlns:a16="http://schemas.microsoft.com/office/drawing/2014/main" id="{D8BA917F-2457-B1CA-F1D3-CEF5A2B5AE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495800" y="2558143"/>
            <a:ext cx="3771062" cy="3124201"/>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7D3C8-C289-5F91-F587-5CFB37690F5A}"/>
              </a:ext>
            </a:extLst>
          </p:cNvPr>
          <p:cNvSpPr>
            <a:spLocks noGrp="1"/>
          </p:cNvSpPr>
          <p:nvPr>
            <p:ph type="title"/>
          </p:nvPr>
        </p:nvSpPr>
        <p:spPr>
          <a:xfrm>
            <a:off x="1141413" y="619125"/>
            <a:ext cx="9906000" cy="947738"/>
          </a:xfrm>
        </p:spPr>
        <p:txBody>
          <a:bodyPr/>
          <a:lstStyle/>
          <a:p>
            <a:pPr fontAlgn="auto">
              <a:spcAft>
                <a:spcPts val="0"/>
              </a:spcAft>
              <a:defRPr/>
            </a:pPr>
            <a:r>
              <a:rPr lang="en-US" sz="3200" b="1" u="sng" dirty="0">
                <a:solidFill>
                  <a:schemeClr val="tx1"/>
                </a:solidFill>
                <a:latin typeface="Times New Roman" panose="02020603050405020304" pitchFamily="18" charset="0"/>
                <a:cs typeface="Times New Roman" panose="02020603050405020304" pitchFamily="18" charset="0"/>
              </a:rPr>
              <a:t>CONTENTS</a:t>
            </a:r>
          </a:p>
        </p:txBody>
      </p:sp>
      <p:sp>
        <p:nvSpPr>
          <p:cNvPr id="3074" name="Content Placeholder 2">
            <a:extLst>
              <a:ext uri="{FF2B5EF4-FFF2-40B4-BE49-F238E27FC236}">
                <a16:creationId xmlns:a16="http://schemas.microsoft.com/office/drawing/2014/main" id="{F36AEC53-DB3E-D6A7-61A8-E4764D588D82}"/>
              </a:ext>
            </a:extLst>
          </p:cNvPr>
          <p:cNvSpPr>
            <a:spLocks noGrp="1" noChangeArrowheads="1"/>
          </p:cNvSpPr>
          <p:nvPr>
            <p:ph idx="1"/>
          </p:nvPr>
        </p:nvSpPr>
        <p:spPr>
          <a:xfrm>
            <a:off x="1141413" y="1566863"/>
            <a:ext cx="9906000" cy="5203825"/>
          </a:xfrm>
        </p:spPr>
        <p:txBody>
          <a:bodyPr/>
          <a:lstStyle/>
          <a:p>
            <a:r>
              <a:rPr lang="en-US" altLang="en-US" sz="2800" b="1">
                <a:solidFill>
                  <a:schemeClr val="tx1"/>
                </a:solidFill>
              </a:rPr>
              <a:t>Introduction to design thinking</a:t>
            </a:r>
          </a:p>
          <a:p>
            <a:r>
              <a:rPr lang="en-US" altLang="en-US" sz="2800" b="1">
                <a:solidFill>
                  <a:schemeClr val="tx1"/>
                </a:solidFill>
              </a:rPr>
              <a:t>Problem statement</a:t>
            </a:r>
          </a:p>
          <a:p>
            <a:r>
              <a:rPr lang="en-US" altLang="en-US" sz="2800" b="1">
                <a:solidFill>
                  <a:schemeClr val="tx1"/>
                </a:solidFill>
              </a:rPr>
              <a:t>Empathy</a:t>
            </a:r>
          </a:p>
          <a:p>
            <a:r>
              <a:rPr lang="en-US" altLang="en-US" sz="2800" b="1">
                <a:solidFill>
                  <a:schemeClr val="tx1"/>
                </a:solidFill>
              </a:rPr>
              <a:t>Define</a:t>
            </a:r>
          </a:p>
          <a:p>
            <a:r>
              <a:rPr lang="en-US" altLang="en-US" sz="2800" b="1">
                <a:solidFill>
                  <a:schemeClr val="tx1"/>
                </a:solidFill>
              </a:rPr>
              <a:t>Ideate</a:t>
            </a:r>
          </a:p>
          <a:p>
            <a:r>
              <a:rPr lang="en-US" altLang="en-US" sz="2800" b="1">
                <a:solidFill>
                  <a:schemeClr val="tx1"/>
                </a:solidFill>
              </a:rPr>
              <a:t>Story bording</a:t>
            </a:r>
          </a:p>
          <a:p>
            <a:r>
              <a:rPr lang="en-US" altLang="en-US" sz="2800" b="1">
                <a:solidFill>
                  <a:schemeClr val="tx1"/>
                </a:solidFill>
              </a:rPr>
              <a:t>Proto type</a:t>
            </a:r>
          </a:p>
          <a:p>
            <a:r>
              <a:rPr lang="en-US" altLang="en-US" sz="2800" b="1">
                <a:solidFill>
                  <a:schemeClr val="tx1"/>
                </a:solidFill>
              </a:rPr>
              <a:t>Proto type explanation story</a:t>
            </a:r>
          </a:p>
          <a:p>
            <a:r>
              <a:rPr lang="en-US" altLang="en-US" sz="2800" b="1">
                <a:solidFill>
                  <a:schemeClr val="tx1"/>
                </a:solidFill>
              </a:rPr>
              <a:t>conclusion</a:t>
            </a:r>
          </a:p>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6CCD5-C907-0684-AEEF-A55F3116CBC0}"/>
              </a:ext>
            </a:extLst>
          </p:cNvPr>
          <p:cNvSpPr>
            <a:spLocks noGrp="1"/>
          </p:cNvSpPr>
          <p:nvPr>
            <p:ph type="title"/>
          </p:nvPr>
        </p:nvSpPr>
        <p:spPr/>
        <p:txBody>
          <a:bodyPr/>
          <a:lstStyle/>
          <a:p>
            <a:pPr fontAlgn="auto">
              <a:spcAft>
                <a:spcPts val="0"/>
              </a:spcAft>
              <a:defRPr/>
            </a:pPr>
            <a:r>
              <a:rPr lang="en-US" b="1" u="sng" dirty="0">
                <a:solidFill>
                  <a:schemeClr val="tx1"/>
                </a:solidFill>
                <a:latin typeface="Times New Roman" panose="02020603050405020304" pitchFamily="18" charset="0"/>
                <a:cs typeface="Times New Roman" panose="02020603050405020304" pitchFamily="18" charset="0"/>
              </a:rPr>
              <a:t>What is thinking and innovation??</a:t>
            </a:r>
          </a:p>
        </p:txBody>
      </p:sp>
      <p:sp>
        <p:nvSpPr>
          <p:cNvPr id="4098" name="Content Placeholder 2">
            <a:extLst>
              <a:ext uri="{FF2B5EF4-FFF2-40B4-BE49-F238E27FC236}">
                <a16:creationId xmlns:a16="http://schemas.microsoft.com/office/drawing/2014/main" id="{B5CECCB2-EB8A-6CE5-05C5-BE7158B5885A}"/>
              </a:ext>
            </a:extLst>
          </p:cNvPr>
          <p:cNvSpPr>
            <a:spLocks noGrp="1" noChangeArrowheads="1"/>
          </p:cNvSpPr>
          <p:nvPr>
            <p:ph idx="1"/>
          </p:nvPr>
        </p:nvSpPr>
        <p:spPr>
          <a:xfrm>
            <a:off x="1600200" y="2249488"/>
            <a:ext cx="5170488" cy="2943225"/>
          </a:xfrm>
        </p:spPr>
        <p:txBody>
          <a:bodyPr/>
          <a:lstStyle/>
          <a:p>
            <a:pPr algn="just"/>
            <a:r>
              <a:rPr lang="en-IN" altLang="en-US" b="1">
                <a:solidFill>
                  <a:schemeClr val="tx1"/>
                </a:solidFill>
              </a:rPr>
              <a:t>Design thinking a human-centered, iterative, and non-linear problem-solving methodology designed to foster innovation by deeply understanding user needs, re-defining problems, and testing practical solution</a:t>
            </a:r>
            <a:r>
              <a:rPr lang="en-IN" altLang="en-US" b="1">
                <a:solidFill>
                  <a:schemeClr val="bg1"/>
                </a:solidFill>
              </a:rPr>
              <a:t>s</a:t>
            </a:r>
            <a:r>
              <a:rPr lang="en-IN" altLang="en-US" b="1">
                <a:solidFill>
                  <a:schemeClr val="bg1"/>
                </a:solidFill>
                <a:latin typeface="Google Sans"/>
              </a:rPr>
              <a:t>.</a:t>
            </a:r>
            <a:endParaRPr lang="en-US" altLang="en-US" b="1">
              <a:solidFill>
                <a:schemeClr val="bg1"/>
              </a:solidFill>
            </a:endParaRPr>
          </a:p>
        </p:txBody>
      </p:sp>
      <p:pic>
        <p:nvPicPr>
          <p:cNvPr id="4099" name="Picture 7">
            <a:extLst>
              <a:ext uri="{FF2B5EF4-FFF2-40B4-BE49-F238E27FC236}">
                <a16:creationId xmlns:a16="http://schemas.microsoft.com/office/drawing/2014/main" id="{1C67E8AA-461A-2618-BA61-39AEFBBD0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2097088"/>
            <a:ext cx="4113213" cy="318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ECB95-5063-82AD-BCDA-892AA198D17A}"/>
              </a:ext>
            </a:extLst>
          </p:cNvPr>
          <p:cNvSpPr>
            <a:spLocks noGrp="1"/>
          </p:cNvSpPr>
          <p:nvPr>
            <p:ph type="title"/>
          </p:nvPr>
        </p:nvSpPr>
        <p:spPr>
          <a:xfrm>
            <a:off x="1141413" y="88900"/>
            <a:ext cx="9906000" cy="876300"/>
          </a:xfrm>
        </p:spPr>
        <p:txBody>
          <a:bodyPr/>
          <a:lstStyle/>
          <a:p>
            <a:pPr fontAlgn="auto">
              <a:spcAft>
                <a:spcPts val="0"/>
              </a:spcAft>
              <a:defRPr/>
            </a:pPr>
            <a:r>
              <a:rPr lang="en-US" b="1" u="sng" dirty="0">
                <a:solidFill>
                  <a:schemeClr val="tx1"/>
                </a:solidFill>
                <a:latin typeface="Times New Roman" panose="02020603050405020304" pitchFamily="18" charset="0"/>
                <a:cs typeface="Times New Roman" panose="02020603050405020304" pitchFamily="18" charset="0"/>
              </a:rPr>
              <a:t>D</a:t>
            </a:r>
            <a:r>
              <a:rPr lang="en-US" b="1" u="sng" cap="none" dirty="0">
                <a:solidFill>
                  <a:schemeClr val="tx1"/>
                </a:solidFill>
                <a:latin typeface="Times New Roman" panose="02020603050405020304" pitchFamily="18" charset="0"/>
                <a:cs typeface="Times New Roman" panose="02020603050405020304" pitchFamily="18" charset="0"/>
              </a:rPr>
              <a:t>esign</a:t>
            </a:r>
            <a:r>
              <a:rPr lang="en-US" b="1" u="sng" dirty="0">
                <a:solidFill>
                  <a:schemeClr val="tx1"/>
                </a:solidFill>
                <a:latin typeface="Times New Roman" panose="02020603050405020304" pitchFamily="18" charset="0"/>
                <a:cs typeface="Times New Roman" panose="02020603050405020304" pitchFamily="18" charset="0"/>
              </a:rPr>
              <a:t> t</a:t>
            </a:r>
            <a:r>
              <a:rPr lang="en-US" b="1" u="sng" cap="none" dirty="0">
                <a:solidFill>
                  <a:schemeClr val="tx1"/>
                </a:solidFill>
                <a:latin typeface="Times New Roman" panose="02020603050405020304" pitchFamily="18" charset="0"/>
                <a:cs typeface="Times New Roman" panose="02020603050405020304" pitchFamily="18" charset="0"/>
              </a:rPr>
              <a:t>hinking</a:t>
            </a:r>
            <a:r>
              <a:rPr lang="en-US" b="1" u="sng" dirty="0">
                <a:solidFill>
                  <a:schemeClr val="tx1"/>
                </a:solidFill>
                <a:latin typeface="Times New Roman" panose="02020603050405020304" pitchFamily="18" charset="0"/>
                <a:cs typeface="Times New Roman" panose="02020603050405020304" pitchFamily="18" charset="0"/>
              </a:rPr>
              <a:t> </a:t>
            </a:r>
            <a:r>
              <a:rPr lang="en-US" b="1" u="sng" cap="none" dirty="0">
                <a:solidFill>
                  <a:schemeClr val="tx1"/>
                </a:solidFill>
                <a:latin typeface="Times New Roman" panose="02020603050405020304" pitchFamily="18" charset="0"/>
                <a:cs typeface="Times New Roman" panose="02020603050405020304" pitchFamily="18" charset="0"/>
              </a:rPr>
              <a:t>Process</a:t>
            </a:r>
            <a:endParaRPr lang="en-US" b="1" u="sng" dirty="0">
              <a:solidFill>
                <a:schemeClr val="tx1"/>
              </a:solidFill>
              <a:latin typeface="Times New Roman" panose="02020603050405020304" pitchFamily="18" charset="0"/>
              <a:cs typeface="Times New Roman" panose="02020603050405020304" pitchFamily="18" charset="0"/>
            </a:endParaRPr>
          </a:p>
        </p:txBody>
      </p:sp>
      <p:pic>
        <p:nvPicPr>
          <p:cNvPr id="5122" name="Content Placeholder 8">
            <a:extLst>
              <a:ext uri="{FF2B5EF4-FFF2-40B4-BE49-F238E27FC236}">
                <a16:creationId xmlns:a16="http://schemas.microsoft.com/office/drawing/2014/main" id="{09CD9ED2-AA15-2D59-F372-06B4ED7A7C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21443" y="965200"/>
            <a:ext cx="10833100" cy="56261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06F9-00C9-8E85-5A25-7BCCE6252370}"/>
              </a:ext>
            </a:extLst>
          </p:cNvPr>
          <p:cNvSpPr>
            <a:spLocks noGrp="1"/>
          </p:cNvSpPr>
          <p:nvPr>
            <p:ph type="title"/>
          </p:nvPr>
        </p:nvSpPr>
        <p:spPr/>
        <p:txBody>
          <a:bodyPr/>
          <a:lstStyle/>
          <a:p>
            <a:pPr fontAlgn="auto">
              <a:spcAft>
                <a:spcPts val="0"/>
              </a:spcAft>
              <a:defRPr/>
            </a:pPr>
            <a:r>
              <a:rPr lang="en-US" sz="4000" b="1" u="sng" dirty="0">
                <a:solidFill>
                  <a:schemeClr val="tx1"/>
                </a:solidFill>
                <a:latin typeface="Times New Roman" panose="02020603050405020304" pitchFamily="18" charset="0"/>
                <a:cs typeface="Times New Roman" panose="02020603050405020304" pitchFamily="18" charset="0"/>
              </a:rPr>
              <a:t>Problem statement</a:t>
            </a:r>
          </a:p>
        </p:txBody>
      </p:sp>
      <p:sp>
        <p:nvSpPr>
          <p:cNvPr id="6146" name="Content Placeholder 2">
            <a:extLst>
              <a:ext uri="{FF2B5EF4-FFF2-40B4-BE49-F238E27FC236}">
                <a16:creationId xmlns:a16="http://schemas.microsoft.com/office/drawing/2014/main" id="{A5212856-8154-6864-B9B2-D3826BC9B62C}"/>
              </a:ext>
            </a:extLst>
          </p:cNvPr>
          <p:cNvSpPr>
            <a:spLocks noGrp="1" noChangeArrowheads="1"/>
          </p:cNvSpPr>
          <p:nvPr>
            <p:ph idx="1"/>
          </p:nvPr>
        </p:nvSpPr>
        <p:spPr>
          <a:xfrm>
            <a:off x="925513" y="2185988"/>
            <a:ext cx="9906000" cy="3287712"/>
          </a:xfrm>
        </p:spPr>
        <p:txBody>
          <a:bodyPr/>
          <a:lstStyle/>
          <a:p>
            <a:r>
              <a:rPr lang="en-US" altLang="en-US" b="1">
                <a:solidFill>
                  <a:schemeClr val="tx1"/>
                </a:solidFill>
                <a:latin typeface="Times New Roman" panose="02020603050405020304" pitchFamily="18" charset="0"/>
                <a:cs typeface="Times New Roman" panose="02020603050405020304" pitchFamily="18" charset="0"/>
              </a:rPr>
              <a:t>In emergency situations such as accidents, health issues, or unsafe environments, individuals often face delays in accessing immediate help due to panic, lack of quick communication tools, and unawareness of nearby emergency services. Existing solutions are either fragmented, slow, or require multiple steps, which reduces their effectiveness during critical moments. There is a need for a simple, fast, and integrated system that enables users to instantly contact emergency services, share real-time location with trusted contacts, and access nearby help resources, ensuring timely response and improved personal safety.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5E037-4612-EB53-3A70-AC41EDE8089B}"/>
              </a:ext>
            </a:extLst>
          </p:cNvPr>
          <p:cNvSpPr>
            <a:spLocks noGrp="1"/>
          </p:cNvSpPr>
          <p:nvPr>
            <p:ph type="title"/>
          </p:nvPr>
        </p:nvSpPr>
        <p:spPr>
          <a:xfrm>
            <a:off x="1141413" y="228600"/>
            <a:ext cx="9906000" cy="1257300"/>
          </a:xfrm>
        </p:spPr>
        <p:txBody>
          <a:bodyPr/>
          <a:lstStyle/>
          <a:p>
            <a:pPr algn="ctr" fontAlgn="auto">
              <a:spcAft>
                <a:spcPts val="0"/>
              </a:spcAft>
              <a:defRPr/>
            </a:pPr>
            <a:r>
              <a:rPr lang="en-US" sz="4000" b="1" u="sng" dirty="0">
                <a:solidFill>
                  <a:schemeClr val="tx1"/>
                </a:solidFill>
                <a:latin typeface="Times New Roman" panose="02020603050405020304" pitchFamily="18" charset="0"/>
                <a:cs typeface="Times New Roman" panose="02020603050405020304" pitchFamily="18" charset="0"/>
              </a:rPr>
              <a:t>empathy</a:t>
            </a:r>
          </a:p>
        </p:txBody>
      </p:sp>
      <p:sp>
        <p:nvSpPr>
          <p:cNvPr id="3" name="Content Placeholder 2">
            <a:extLst>
              <a:ext uri="{FF2B5EF4-FFF2-40B4-BE49-F238E27FC236}">
                <a16:creationId xmlns:a16="http://schemas.microsoft.com/office/drawing/2014/main" id="{5A6E9162-C46C-2BCC-E6E4-BA853B944C9B}"/>
              </a:ext>
            </a:extLst>
          </p:cNvPr>
          <p:cNvSpPr>
            <a:spLocks noGrp="1"/>
          </p:cNvSpPr>
          <p:nvPr>
            <p:ph idx="1"/>
          </p:nvPr>
        </p:nvSpPr>
        <p:spPr>
          <a:xfrm>
            <a:off x="1141413" y="1660525"/>
            <a:ext cx="9906000" cy="4130675"/>
          </a:xfrm>
        </p:spPr>
        <p:txBody>
          <a:bodyPr rtlCol="0">
            <a:normAutofit/>
          </a:bodyPr>
          <a:lstStyle/>
          <a:p>
            <a:pPr fontAlgn="auto">
              <a:spcAft>
                <a:spcPts val="0"/>
              </a:spcAft>
              <a:buFont typeface="Wingdings" pitchFamily="2" charset="2"/>
              <a:buChar char="Ø"/>
              <a:defRPr/>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5 why’s</a:t>
            </a:r>
          </a:p>
          <a:p>
            <a:pPr fontAlgn="auto">
              <a:spcAft>
                <a:spcPts val="0"/>
              </a:spcAft>
              <a:buFont typeface="Wingdings" pitchFamily="2" charset="2"/>
              <a:buChar char="Ø"/>
              <a:defRPr/>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Persona’s</a:t>
            </a:r>
          </a:p>
          <a:p>
            <a:pPr fontAlgn="auto">
              <a:spcAft>
                <a:spcPts val="0"/>
              </a:spcAft>
              <a:buFont typeface="Wingdings" pitchFamily="2" charset="2"/>
              <a:buChar char="Ø"/>
              <a:defRPr/>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Interview question</a:t>
            </a:r>
          </a:p>
          <a:p>
            <a:pPr fontAlgn="auto">
              <a:spcAft>
                <a:spcPts val="0"/>
              </a:spcAft>
              <a:buFont typeface="Wingdings" pitchFamily="2" charset="2"/>
              <a:buChar char="Ø"/>
              <a:defRPr/>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Empathy map</a:t>
            </a:r>
          </a:p>
          <a:p>
            <a:pPr fontAlgn="auto">
              <a:spcAft>
                <a:spcPts val="0"/>
              </a:spcAft>
              <a:buFont typeface="Wingdings" pitchFamily="2" charset="2"/>
              <a:buChar char="Ø"/>
              <a:defRPr/>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Experience map</a:t>
            </a:r>
          </a:p>
          <a:p>
            <a:pPr marL="0" indent="0" fontAlgn="auto">
              <a:spcAft>
                <a:spcPts val="0"/>
              </a:spcAft>
              <a:buFont typeface="Arial" panose="020B0604020202020204" pitchFamily="34" charset="0"/>
              <a:buNone/>
              <a:defRPr/>
            </a:pPr>
            <a:endParaRPr lang="en-US" dirty="0">
              <a:solidFill>
                <a:schemeClr val="tx1">
                  <a:lumMod val="65000"/>
                  <a:lumOff val="35000"/>
                </a:schemeClr>
              </a:solidFill>
            </a:endParaRPr>
          </a:p>
        </p:txBody>
      </p:sp>
      <p:pic>
        <p:nvPicPr>
          <p:cNvPr id="7171" name="Picture 4">
            <a:extLst>
              <a:ext uri="{FF2B5EF4-FFF2-40B4-BE49-F238E27FC236}">
                <a16:creationId xmlns:a16="http://schemas.microsoft.com/office/drawing/2014/main" id="{A5891B54-0351-234F-1609-57E64FE07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9634" y="1485900"/>
            <a:ext cx="4922837"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CFF2-4FDC-3221-9E94-EC221FD39847}"/>
              </a:ext>
            </a:extLst>
          </p:cNvPr>
          <p:cNvSpPr>
            <a:spLocks noGrp="1"/>
          </p:cNvSpPr>
          <p:nvPr>
            <p:ph type="title"/>
          </p:nvPr>
        </p:nvSpPr>
        <p:spPr/>
        <p:txBody>
          <a:bodyPr/>
          <a:lstStyle/>
          <a:p>
            <a:pPr algn="ctr" fontAlgn="auto">
              <a:spcAft>
                <a:spcPts val="0"/>
              </a:spcAft>
              <a:defRPr/>
            </a:pPr>
            <a:r>
              <a:rPr lang="en-US" sz="4000" b="1" u="sng" dirty="0">
                <a:solidFill>
                  <a:schemeClr val="tx1"/>
                </a:solidFill>
                <a:latin typeface="Times New Roman" panose="02020603050405020304" pitchFamily="18" charset="0"/>
                <a:cs typeface="Times New Roman" panose="02020603050405020304" pitchFamily="18" charset="0"/>
              </a:rPr>
              <a:t>Empathy’s level</a:t>
            </a:r>
          </a:p>
        </p:txBody>
      </p:sp>
      <p:sp>
        <p:nvSpPr>
          <p:cNvPr id="8194" name="Content Placeholder 2">
            <a:extLst>
              <a:ext uri="{FF2B5EF4-FFF2-40B4-BE49-F238E27FC236}">
                <a16:creationId xmlns:a16="http://schemas.microsoft.com/office/drawing/2014/main" id="{D69619EB-99A6-6C74-87E2-AFE6B0EE24A2}"/>
              </a:ext>
            </a:extLst>
          </p:cNvPr>
          <p:cNvSpPr>
            <a:spLocks noGrp="1" noChangeArrowheads="1"/>
          </p:cNvSpPr>
          <p:nvPr>
            <p:ph idx="1"/>
          </p:nvPr>
        </p:nvSpPr>
        <p:spPr>
          <a:xfrm>
            <a:off x="406400" y="1676400"/>
            <a:ext cx="11306629" cy="5029200"/>
          </a:xfrm>
        </p:spPr>
        <p:txBody>
          <a:bodyPr/>
          <a:lstStyle/>
          <a:p>
            <a:pPr marL="0" indent="0" algn="ctr">
              <a:buFont typeface="Arial" panose="020B0604020202020204" pitchFamily="34" charset="0"/>
              <a:buNone/>
            </a:pPr>
            <a:r>
              <a:rPr lang="en-US" altLang="en-US" b="1" u="sng" dirty="0">
                <a:solidFill>
                  <a:schemeClr val="tx1"/>
                </a:solidFill>
                <a:latin typeface="Times New Roman" panose="02020603050405020304" pitchFamily="18" charset="0"/>
                <a:cs typeface="Times New Roman" panose="02020603050405020304" pitchFamily="18" charset="0"/>
              </a:rPr>
              <a:t>5why’s</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Why are users unable to get quick help during emergencies?</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 (why?)</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Because they don’t know whom to contact immediately </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|(why)</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Why don’t they know  whom to contact?</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|(why)</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Because emergency options are scattered and not instantly accessible</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|(why)</a:t>
            </a:r>
          </a:p>
          <a:p>
            <a:pPr marL="0" indent="0" algn="ctr">
              <a:buFont typeface="Arial" panose="020B0604020202020204" pitchFamily="34" charset="0"/>
              <a:buNone/>
            </a:pPr>
            <a:r>
              <a:rPr lang="en-US" altLang="en-US" b="1" dirty="0">
                <a:solidFill>
                  <a:schemeClr val="tx1"/>
                </a:solidFill>
                <a:latin typeface="Times New Roman" panose="02020603050405020304" pitchFamily="18" charset="0"/>
                <a:cs typeface="Times New Roman" panose="02020603050405020304" pitchFamily="18" charset="0"/>
              </a:rPr>
              <a:t>Why are these options not easily accessible </a:t>
            </a:r>
            <a:r>
              <a:rPr lang="en-US" altLang="en-US" b="1" dirty="0">
                <a:latin typeface="Times New Roman" panose="02020603050405020304" pitchFamily="18" charset="0"/>
                <a:cs typeface="Times New Roman" panose="02020603050405020304" pitchFamily="18" charset="0"/>
              </a:rPr>
              <a:t>?</a:t>
            </a:r>
          </a:p>
          <a:p>
            <a:pPr marL="0" indent="0" algn="ctr">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|(why)</a:t>
            </a:r>
          </a:p>
          <a:p>
            <a:pPr marL="0" indent="0" algn="ctr">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Because current systems require multiple steps like unlocking, searching contacts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39946-19E6-EACF-EBF0-584E077064BF}"/>
              </a:ext>
            </a:extLst>
          </p:cNvPr>
          <p:cNvSpPr>
            <a:spLocks noGrp="1"/>
          </p:cNvSpPr>
          <p:nvPr>
            <p:ph type="title"/>
          </p:nvPr>
        </p:nvSpPr>
        <p:spPr>
          <a:xfrm>
            <a:off x="1252538" y="381000"/>
            <a:ext cx="10172700" cy="1493838"/>
          </a:xfrm>
        </p:spPr>
        <p:txBody>
          <a:bodyPr/>
          <a:lstStyle/>
          <a:p>
            <a:pPr algn="ctr" fontAlgn="auto">
              <a:spcAft>
                <a:spcPts val="0"/>
              </a:spcAft>
              <a:defRPr/>
            </a:pPr>
            <a:r>
              <a:rPr lang="en-US" u="sng" dirty="0">
                <a:solidFill>
                  <a:schemeClr val="tx1"/>
                </a:solidFill>
              </a:rPr>
              <a:t>Our </a:t>
            </a:r>
            <a:r>
              <a:rPr lang="en-US" u="sng" dirty="0" err="1">
                <a:solidFill>
                  <a:schemeClr val="tx1"/>
                </a:solidFill>
              </a:rPr>
              <a:t>tonughts</a:t>
            </a:r>
            <a:r>
              <a:rPr lang="en-US" u="sng" dirty="0">
                <a:solidFill>
                  <a:schemeClr val="tx1"/>
                </a:solidFill>
              </a:rPr>
              <a:t> on </a:t>
            </a:r>
            <a:r>
              <a:rPr lang="en-US" u="sng" dirty="0"/>
              <a:t>5 whys</a:t>
            </a:r>
          </a:p>
        </p:txBody>
      </p:sp>
      <p:sp>
        <p:nvSpPr>
          <p:cNvPr id="3" name="Text Placeholder 2">
            <a:extLst>
              <a:ext uri="{FF2B5EF4-FFF2-40B4-BE49-F238E27FC236}">
                <a16:creationId xmlns:a16="http://schemas.microsoft.com/office/drawing/2014/main" id="{1A463387-B835-9C46-FF22-FB30E2BC9381}"/>
              </a:ext>
            </a:extLst>
          </p:cNvPr>
          <p:cNvSpPr>
            <a:spLocks noGrp="1"/>
          </p:cNvSpPr>
          <p:nvPr>
            <p:ph type="body" idx="1"/>
          </p:nvPr>
        </p:nvSpPr>
        <p:spPr>
          <a:xfrm>
            <a:off x="1250950" y="1143002"/>
            <a:ext cx="4800600" cy="642256"/>
          </a:xfrm>
        </p:spPr>
        <p:txBody>
          <a:bodyPr rtlCol="0"/>
          <a:lstStyle/>
          <a:p>
            <a:pPr fontAlgn="auto">
              <a:spcAft>
                <a:spcPts val="0"/>
              </a:spcAft>
              <a:defRPr/>
            </a:pPr>
            <a:r>
              <a:rPr lang="en-US" dirty="0" err="1"/>
              <a:t>m.dinesh</a:t>
            </a:r>
            <a:endParaRPr lang="en-US" dirty="0"/>
          </a:p>
        </p:txBody>
      </p:sp>
      <p:sp>
        <p:nvSpPr>
          <p:cNvPr id="4" name="Content Placeholder 3">
            <a:extLst>
              <a:ext uri="{FF2B5EF4-FFF2-40B4-BE49-F238E27FC236}">
                <a16:creationId xmlns:a16="http://schemas.microsoft.com/office/drawing/2014/main" id="{96C574AF-1166-9D2E-AC95-110B39F2BE64}"/>
              </a:ext>
            </a:extLst>
          </p:cNvPr>
          <p:cNvSpPr>
            <a:spLocks noGrp="1"/>
          </p:cNvSpPr>
          <p:nvPr>
            <p:ph sz="half" idx="2"/>
          </p:nvPr>
        </p:nvSpPr>
        <p:spPr>
          <a:xfrm>
            <a:off x="1250950" y="1874838"/>
            <a:ext cx="5181600" cy="4906962"/>
          </a:xfrm>
        </p:spPr>
        <p:txBody>
          <a:bodyPr rtlCol="0">
            <a:noAutofit/>
          </a:bodyPr>
          <a:lstStyle/>
          <a:p>
            <a:pPr fontAlgn="auto">
              <a:spcAft>
                <a:spcPts val="0"/>
              </a:spcAft>
              <a:defRPr/>
            </a:pPr>
            <a:r>
              <a:rPr lang="en-US" sz="1500" dirty="0">
                <a:solidFill>
                  <a:schemeClr val="tx1">
                    <a:lumMod val="65000"/>
                    <a:lumOff val="35000"/>
                  </a:schemeClr>
                </a:solidFill>
              </a:rPr>
              <a:t>Why are users unable to get quick help during emergencies?</a:t>
            </a:r>
          </a:p>
          <a:p>
            <a:pPr marL="0" indent="0" fontAlgn="auto">
              <a:spcAft>
                <a:spcPts val="0"/>
              </a:spcAft>
              <a:buNone/>
              <a:defRPr/>
            </a:pPr>
            <a:r>
              <a:rPr lang="en-US" sz="1500" dirty="0">
                <a:solidFill>
                  <a:schemeClr val="tx1">
                    <a:lumMod val="65000"/>
                    <a:lumOff val="35000"/>
                  </a:schemeClr>
                </a:solidFill>
              </a:rPr>
              <a:t>Ans: because they don’t have immediate access to emergency services</a:t>
            </a:r>
          </a:p>
          <a:p>
            <a:pPr fontAlgn="auto">
              <a:spcAft>
                <a:spcPts val="0"/>
              </a:spcAft>
              <a:defRPr/>
            </a:pPr>
            <a:r>
              <a:rPr lang="en-US" sz="1500" dirty="0">
                <a:solidFill>
                  <a:schemeClr val="tx1">
                    <a:lumMod val="65000"/>
                    <a:lumOff val="35000"/>
                  </a:schemeClr>
                </a:solidFill>
              </a:rPr>
              <a:t>Why don’t they have immediate access to emergency services?</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emergency actions require multiple steps.</a:t>
            </a:r>
          </a:p>
          <a:p>
            <a:pPr fontAlgn="auto">
              <a:spcAft>
                <a:spcPts val="0"/>
              </a:spcAft>
              <a:defRPr/>
            </a:pPr>
            <a:r>
              <a:rPr lang="en-US" sz="1500" dirty="0">
                <a:solidFill>
                  <a:schemeClr val="tx1">
                    <a:lumMod val="65000"/>
                    <a:lumOff val="35000"/>
                  </a:schemeClr>
                </a:solidFill>
              </a:rPr>
              <a:t>Why do emergency actions require multiple steps?</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the systems are not designed for panic situations.</a:t>
            </a:r>
          </a:p>
          <a:p>
            <a:pPr fontAlgn="auto">
              <a:spcAft>
                <a:spcPts val="0"/>
              </a:spcAft>
              <a:defRPr/>
            </a:pPr>
            <a:r>
              <a:rPr lang="en-US" sz="1500" dirty="0">
                <a:solidFill>
                  <a:schemeClr val="tx1">
                    <a:lumMod val="65000"/>
                    <a:lumOff val="35000"/>
                  </a:schemeClr>
                </a:solidFill>
              </a:rPr>
              <a:t>Why are systems not designed for panic situations?</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they assume users can act normally during emergencies.</a:t>
            </a:r>
          </a:p>
          <a:p>
            <a:pPr fontAlgn="auto">
              <a:spcAft>
                <a:spcPts val="0"/>
              </a:spcAft>
              <a:defRPr/>
            </a:pPr>
            <a:r>
              <a:rPr lang="en-US" sz="1500" dirty="0">
                <a:solidFill>
                  <a:schemeClr val="tx1">
                    <a:lumMod val="65000"/>
                    <a:lumOff val="35000"/>
                  </a:schemeClr>
                </a:solidFill>
              </a:rPr>
              <a:t>Why do systems assume users can act normally during emergencies?</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there is a lack of empathy and real-world testing in the design process.</a:t>
            </a:r>
          </a:p>
        </p:txBody>
      </p:sp>
      <p:sp>
        <p:nvSpPr>
          <p:cNvPr id="5" name="Text Placeholder 4">
            <a:extLst>
              <a:ext uri="{FF2B5EF4-FFF2-40B4-BE49-F238E27FC236}">
                <a16:creationId xmlns:a16="http://schemas.microsoft.com/office/drawing/2014/main" id="{E02AB2EB-26BE-9E84-226C-A97504429491}"/>
              </a:ext>
            </a:extLst>
          </p:cNvPr>
          <p:cNvSpPr>
            <a:spLocks noGrp="1"/>
          </p:cNvSpPr>
          <p:nvPr>
            <p:ph type="body" sz="quarter" idx="3"/>
          </p:nvPr>
        </p:nvSpPr>
        <p:spPr>
          <a:xfrm>
            <a:off x="6634163" y="1143001"/>
            <a:ext cx="4800600" cy="536575"/>
          </a:xfrm>
        </p:spPr>
        <p:txBody>
          <a:bodyPr rtlCol="0"/>
          <a:lstStyle/>
          <a:p>
            <a:pPr fontAlgn="auto">
              <a:spcAft>
                <a:spcPts val="0"/>
              </a:spcAft>
              <a:defRPr/>
            </a:pPr>
            <a:r>
              <a:rPr lang="en-US" dirty="0" err="1"/>
              <a:t>m.lokesh</a:t>
            </a:r>
            <a:endParaRPr lang="en-US" dirty="0"/>
          </a:p>
        </p:txBody>
      </p:sp>
      <p:sp>
        <p:nvSpPr>
          <p:cNvPr id="6" name="Content Placeholder 5">
            <a:extLst>
              <a:ext uri="{FF2B5EF4-FFF2-40B4-BE49-F238E27FC236}">
                <a16:creationId xmlns:a16="http://schemas.microsoft.com/office/drawing/2014/main" id="{2DC62FF0-D15E-9697-2B08-44E80CEB0E98}"/>
              </a:ext>
            </a:extLst>
          </p:cNvPr>
          <p:cNvSpPr>
            <a:spLocks noGrp="1"/>
          </p:cNvSpPr>
          <p:nvPr>
            <p:ph sz="quarter" idx="4"/>
          </p:nvPr>
        </p:nvSpPr>
        <p:spPr>
          <a:xfrm>
            <a:off x="6634163" y="1679576"/>
            <a:ext cx="5094287" cy="5178424"/>
          </a:xfrm>
        </p:spPr>
        <p:txBody>
          <a:bodyPr rtlCol="0">
            <a:noAutofit/>
          </a:bodyPr>
          <a:lstStyle/>
          <a:p>
            <a:pPr fontAlgn="auto">
              <a:spcAft>
                <a:spcPts val="0"/>
              </a:spcAft>
              <a:defRPr/>
            </a:pPr>
            <a:r>
              <a:rPr lang="en-US" sz="1500" dirty="0">
                <a:solidFill>
                  <a:schemeClr val="tx1">
                    <a:lumMod val="65000"/>
                    <a:lumOff val="35000"/>
                  </a:schemeClr>
                </a:solidFill>
              </a:rPr>
              <a:t>Why are users unable to get quick help during emergencies?</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they are often unsure where to seek help or which service to contact.</a:t>
            </a:r>
          </a:p>
          <a:p>
            <a:pPr fontAlgn="auto">
              <a:spcAft>
                <a:spcPts val="0"/>
              </a:spcAft>
              <a:defRPr/>
            </a:pPr>
            <a:r>
              <a:rPr lang="en-US" sz="1500" dirty="0">
                <a:solidFill>
                  <a:schemeClr val="tx1">
                    <a:lumMod val="65000"/>
                    <a:lumOff val="35000"/>
                  </a:schemeClr>
                </a:solidFill>
              </a:rPr>
              <a:t>Why are they unsure where to seek help?</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there is a lack of public awareness about the most efficient emergency channels.</a:t>
            </a:r>
          </a:p>
          <a:p>
            <a:pPr fontAlgn="auto">
              <a:spcAft>
                <a:spcPts val="0"/>
              </a:spcAft>
              <a:defRPr/>
            </a:pPr>
            <a:r>
              <a:rPr lang="en-US" sz="1500" dirty="0">
                <a:solidFill>
                  <a:schemeClr val="tx1">
                    <a:lumMod val="65000"/>
                    <a:lumOff val="35000"/>
                  </a:schemeClr>
                </a:solidFill>
              </a:rPr>
              <a:t>Why is there a lack of public awareness?</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emergency information is not effectively communicated through public campaigns.</a:t>
            </a:r>
          </a:p>
          <a:p>
            <a:pPr fontAlgn="auto">
              <a:spcAft>
                <a:spcPts val="0"/>
              </a:spcAft>
              <a:defRPr/>
            </a:pPr>
            <a:r>
              <a:rPr lang="en-US" sz="1500" dirty="0">
                <a:solidFill>
                  <a:schemeClr val="tx1">
                    <a:lumMod val="65000"/>
                    <a:lumOff val="35000"/>
                  </a:schemeClr>
                </a:solidFill>
              </a:rPr>
              <a:t>Why is emergency information not effectively communicated?</a:t>
            </a:r>
          </a:p>
          <a:p>
            <a:pPr marL="0" indent="0" fontAlgn="auto">
              <a:spcAft>
                <a:spcPts val="0"/>
              </a:spcAft>
              <a:buFont typeface="Arial" panose="020B0604020202020204" pitchFamily="34" charset="0"/>
              <a:buNone/>
              <a:defRPr/>
            </a:pPr>
            <a:r>
              <a:rPr lang="en-US" sz="1500" dirty="0">
                <a:solidFill>
                  <a:schemeClr val="tx1">
                    <a:lumMod val="65000"/>
                    <a:lumOff val="35000"/>
                  </a:schemeClr>
                </a:solidFill>
              </a:rPr>
              <a:t>Ans: Because there is no centralized, easily accessible platform for emergency awareness.</a:t>
            </a:r>
          </a:p>
          <a:p>
            <a:pPr fontAlgn="auto">
              <a:spcAft>
                <a:spcPts val="0"/>
              </a:spcAft>
              <a:defRPr/>
            </a:pPr>
            <a:r>
              <a:rPr lang="en-US" sz="1500" dirty="0">
                <a:solidFill>
                  <a:schemeClr val="tx1">
                    <a:lumMod val="65000"/>
                    <a:lumOff val="35000"/>
                  </a:schemeClr>
                </a:solidFill>
              </a:rPr>
              <a:t>Why is there no centralized platform?</a:t>
            </a:r>
          </a:p>
          <a:p>
            <a:pPr fontAlgn="auto">
              <a:spcAft>
                <a:spcPts val="0"/>
              </a:spcAft>
              <a:defRPr/>
            </a:pPr>
            <a:r>
              <a:rPr lang="en-US" sz="1500" dirty="0">
                <a:solidFill>
                  <a:schemeClr val="tx1">
                    <a:lumMod val="65000"/>
                    <a:lumOff val="35000"/>
                  </a:schemeClr>
                </a:solidFill>
              </a:rPr>
              <a:t>Ans: Because emergency response systems are fragmented across different agencies and don’t integrate their communication channels.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5D4C-584D-FBB9-9901-A56E65321445}"/>
              </a:ext>
            </a:extLst>
          </p:cNvPr>
          <p:cNvSpPr>
            <a:spLocks noGrp="1"/>
          </p:cNvSpPr>
          <p:nvPr>
            <p:ph type="title"/>
          </p:nvPr>
        </p:nvSpPr>
        <p:spPr/>
        <p:txBody>
          <a:bodyPr/>
          <a:lstStyle/>
          <a:p>
            <a:pPr algn="ctr" fontAlgn="auto">
              <a:spcAft>
                <a:spcPts val="0"/>
              </a:spcAft>
              <a:defRPr/>
            </a:pPr>
            <a:r>
              <a:rPr lang="en-US" b="1" u="sng" dirty="0">
                <a:solidFill>
                  <a:schemeClr val="tx1"/>
                </a:solidFill>
                <a:latin typeface="Times New Roman" panose="02020603050405020304" pitchFamily="18" charset="0"/>
                <a:cs typeface="Times New Roman" panose="02020603050405020304" pitchFamily="18" charset="0"/>
              </a:rPr>
              <a:t>Interview question’s</a:t>
            </a:r>
          </a:p>
        </p:txBody>
      </p:sp>
      <p:sp>
        <p:nvSpPr>
          <p:cNvPr id="9218" name="Content Placeholder 2">
            <a:extLst>
              <a:ext uri="{FF2B5EF4-FFF2-40B4-BE49-F238E27FC236}">
                <a16:creationId xmlns:a16="http://schemas.microsoft.com/office/drawing/2014/main" id="{00B1D659-98BB-DE8C-3B96-A13D405AFCE7}"/>
              </a:ext>
            </a:extLst>
          </p:cNvPr>
          <p:cNvSpPr>
            <a:spLocks noGrp="1" noChangeArrowheads="1"/>
          </p:cNvSpPr>
          <p:nvPr>
            <p:ph idx="1"/>
          </p:nvPr>
        </p:nvSpPr>
        <p:spPr>
          <a:xfrm>
            <a:off x="1141413" y="2249488"/>
            <a:ext cx="9906000" cy="4392612"/>
          </a:xfrm>
        </p:spPr>
        <p:txBody>
          <a:bodyPr/>
          <a:lstStyle/>
          <a:p>
            <a:r>
              <a:rPr lang="en-US" altLang="en-US">
                <a:solidFill>
                  <a:schemeClr val="tx1"/>
                </a:solidFill>
              </a:rPr>
              <a:t>Have you ever been in an emergency situation? What happened?</a:t>
            </a:r>
          </a:p>
          <a:p>
            <a:r>
              <a:rPr lang="en-US" altLang="en-US">
                <a:solidFill>
                  <a:schemeClr val="tx1"/>
                </a:solidFill>
              </a:rPr>
              <a:t>How did you try to get help at that time?</a:t>
            </a:r>
          </a:p>
          <a:p>
            <a:r>
              <a:rPr lang="en-US" altLang="en-US">
                <a:solidFill>
                  <a:schemeClr val="tx1"/>
                </a:solidFill>
              </a:rPr>
              <a:t>What was the most difficult part during that situation?</a:t>
            </a:r>
          </a:p>
          <a:p>
            <a:r>
              <a:rPr lang="en-US" altLang="en-US">
                <a:solidFill>
                  <a:schemeClr val="tx1"/>
                </a:solidFill>
              </a:rPr>
              <a:t>What would you do if you suddenly needed help right now?</a:t>
            </a:r>
          </a:p>
          <a:p>
            <a:r>
              <a:rPr lang="en-US" altLang="en-US">
                <a:solidFill>
                  <a:schemeClr val="tx1"/>
                </a:solidFill>
              </a:rPr>
              <a:t>Do you know emergency numbers like police or ambulance?</a:t>
            </a:r>
          </a:p>
          <a:p>
            <a:r>
              <a:rPr lang="en-US" altLang="en-US">
                <a:solidFill>
                  <a:schemeClr val="tx1"/>
                </a:solidFill>
              </a:rPr>
              <a:t>How quickly do you think you can contact help in a crisis?</a:t>
            </a:r>
          </a:p>
          <a:p>
            <a:r>
              <a:rPr lang="en-US" altLang="en-US">
                <a:solidFill>
                  <a:schemeClr val="tx1"/>
                </a:solidFill>
              </a:rPr>
              <a:t>What problems do you face while contacting help?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9831-4BA9-8558-77DA-6C70000A1BE3}"/>
              </a:ext>
            </a:extLst>
          </p:cNvPr>
          <p:cNvSpPr>
            <a:spLocks noGrp="1"/>
          </p:cNvSpPr>
          <p:nvPr>
            <p:ph type="title"/>
          </p:nvPr>
        </p:nvSpPr>
        <p:spPr/>
        <p:txBody>
          <a:bodyPr/>
          <a:lstStyle/>
          <a:p>
            <a:pPr algn="ctr" fontAlgn="auto">
              <a:spcAft>
                <a:spcPts val="0"/>
              </a:spcAft>
              <a:defRPr/>
            </a:pPr>
            <a:r>
              <a:rPr lang="en-US" b="1" dirty="0">
                <a:solidFill>
                  <a:schemeClr val="tx1"/>
                </a:solidFill>
                <a:latin typeface="Times New Roman" panose="02020603050405020304" pitchFamily="18" charset="0"/>
                <a:cs typeface="Times New Roman" panose="02020603050405020304" pitchFamily="18" charset="0"/>
              </a:rPr>
              <a:t>Answer’s</a:t>
            </a:r>
          </a:p>
        </p:txBody>
      </p:sp>
      <p:sp>
        <p:nvSpPr>
          <p:cNvPr id="10242" name="Content Placeholder 2">
            <a:extLst>
              <a:ext uri="{FF2B5EF4-FFF2-40B4-BE49-F238E27FC236}">
                <a16:creationId xmlns:a16="http://schemas.microsoft.com/office/drawing/2014/main" id="{755F060A-FB48-37F2-2627-7A588DC49B08}"/>
              </a:ext>
            </a:extLst>
          </p:cNvPr>
          <p:cNvSpPr>
            <a:spLocks noGrp="1" noChangeArrowheads="1"/>
          </p:cNvSpPr>
          <p:nvPr>
            <p:ph idx="1"/>
          </p:nvPr>
        </p:nvSpPr>
        <p:spPr>
          <a:xfrm>
            <a:off x="1141413" y="1816100"/>
            <a:ext cx="9906000" cy="4787900"/>
          </a:xfrm>
        </p:spPr>
        <p:txBody>
          <a:bodyPr/>
          <a:lstStyle/>
          <a:p>
            <a:r>
              <a:rPr lang="en-US" altLang="en-US">
                <a:solidFill>
                  <a:schemeClr val="tx1"/>
                </a:solidFill>
              </a:rPr>
              <a:t>Yes, once I saw a road accident. I felt confused and didn’t know whom to call immediately.</a:t>
            </a:r>
          </a:p>
          <a:p>
            <a:r>
              <a:rPr lang="en-US" altLang="en-US">
                <a:solidFill>
                  <a:schemeClr val="tx1"/>
                </a:solidFill>
              </a:rPr>
              <a:t>I used my phone to call someone I knew and asked them what to do, then called an ambulance.</a:t>
            </a:r>
          </a:p>
          <a:p>
            <a:r>
              <a:rPr lang="en-US" altLang="en-US">
                <a:solidFill>
                  <a:schemeClr val="tx1"/>
                </a:solidFill>
              </a:rPr>
              <a:t>The main problem was panic. I couldn’t think clearly and wasted time figuring out what to do.</a:t>
            </a:r>
          </a:p>
          <a:p>
            <a:r>
              <a:rPr lang="en-US" altLang="en-US">
                <a:solidFill>
                  <a:schemeClr val="tx1"/>
                </a:solidFill>
              </a:rPr>
              <a:t>I would try to call a family member first and then search for emergency numbers.</a:t>
            </a:r>
          </a:p>
          <a:p>
            <a:r>
              <a:rPr lang="en-US" altLang="en-US">
                <a:solidFill>
                  <a:schemeClr val="tx1"/>
                </a:solidFill>
              </a:rPr>
              <a:t>I know some numbers, but I’m not fully sure about all of them.</a:t>
            </a:r>
          </a:p>
          <a:p>
            <a:r>
              <a:rPr lang="en-US" altLang="en-US">
                <a:solidFill>
                  <a:schemeClr val="tx1"/>
                </a:solidFill>
              </a:rPr>
              <a:t>It may take some time because I have to unlock the phone, find contacts, and call.</a:t>
            </a:r>
          </a:p>
          <a:p>
            <a:r>
              <a:rPr lang="en-US" altLang="en-US">
                <a:solidFill>
                  <a:schemeClr val="tx1"/>
                </a:solidFill>
              </a:rPr>
              <a:t>Finding the right number quickly and explaining my location is difficult.</a:t>
            </a:r>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A5E5B-FF0F-A93A-6040-3413DB47B1CE}"/>
              </a:ext>
            </a:extLst>
          </p:cNvPr>
          <p:cNvSpPr>
            <a:spLocks noGrp="1"/>
          </p:cNvSpPr>
          <p:nvPr>
            <p:ph type="title"/>
          </p:nvPr>
        </p:nvSpPr>
        <p:spPr>
          <a:xfrm>
            <a:off x="1250950" y="0"/>
            <a:ext cx="10179050" cy="914400"/>
          </a:xfrm>
        </p:spPr>
        <p:txBody>
          <a:bodyPr/>
          <a:lstStyle/>
          <a:p>
            <a:pPr algn="ctr" fontAlgn="auto">
              <a:spcAft>
                <a:spcPts val="0"/>
              </a:spcAft>
              <a:defRPr/>
            </a:pPr>
            <a:r>
              <a:rPr lang="en-US" b="1" u="sng" dirty="0"/>
              <a:t>Persona’s</a:t>
            </a:r>
          </a:p>
        </p:txBody>
      </p:sp>
      <p:sp>
        <p:nvSpPr>
          <p:cNvPr id="21506" name="Content Placeholder 2">
            <a:extLst>
              <a:ext uri="{FF2B5EF4-FFF2-40B4-BE49-F238E27FC236}">
                <a16:creationId xmlns:a16="http://schemas.microsoft.com/office/drawing/2014/main" id="{F5838A34-A106-2137-F209-4850058D595B}"/>
              </a:ext>
            </a:extLst>
          </p:cNvPr>
          <p:cNvSpPr>
            <a:spLocks noGrp="1" noChangeArrowheads="1"/>
          </p:cNvSpPr>
          <p:nvPr>
            <p:ph sz="half" idx="1"/>
          </p:nvPr>
        </p:nvSpPr>
        <p:spPr>
          <a:xfrm>
            <a:off x="977900" y="805543"/>
            <a:ext cx="5284788" cy="5882595"/>
          </a:xfrm>
        </p:spPr>
        <p:txBody>
          <a:bodyPr/>
          <a:lstStyle/>
          <a:p>
            <a:pPr marL="0" indent="0">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Person 1:</a:t>
            </a:r>
          </a:p>
          <a:p>
            <a:pPr marL="0" indent="0">
              <a:buFont typeface="Arial" panose="020B0604020202020204" pitchFamily="34" charset="0"/>
              <a:buNone/>
            </a:pPr>
            <a:endParaRPr lang="en-US" altLang="en-US" sz="23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23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23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Name: Priya</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Age: 20</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Job: College Student</a:t>
            </a:r>
          </a:p>
          <a:p>
            <a:pPr marL="0" indent="0">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Hobbies: </a:t>
            </a:r>
            <a:r>
              <a:rPr lang="en-US" altLang="en-US" sz="2300" dirty="0">
                <a:latin typeface="Times New Roman" panose="02020603050405020304" pitchFamily="18" charset="0"/>
                <a:cs typeface="Times New Roman" panose="02020603050405020304" pitchFamily="18" charset="0"/>
              </a:rPr>
              <a:t>Watching movies, chatting with friends, traveling</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Problem Facing:</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Feels unsafe while traveling alone at night and cannot quickly send emergency alerts.</a:t>
            </a:r>
          </a:p>
          <a:p>
            <a:pPr marL="0" indent="0">
              <a:buFont typeface="Arial" panose="020B0604020202020204" pitchFamily="34" charset="0"/>
              <a:buNone/>
            </a:pPr>
            <a:endParaRPr lang="en-US" altLang="en-US" sz="23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p:txBody>
      </p:sp>
      <p:sp>
        <p:nvSpPr>
          <p:cNvPr id="21507" name="Content Placeholder 3">
            <a:extLst>
              <a:ext uri="{FF2B5EF4-FFF2-40B4-BE49-F238E27FC236}">
                <a16:creationId xmlns:a16="http://schemas.microsoft.com/office/drawing/2014/main" id="{A3500BEE-6366-9412-C074-1217486CEEB8}"/>
              </a:ext>
            </a:extLst>
          </p:cNvPr>
          <p:cNvSpPr>
            <a:spLocks noGrp="1" noChangeArrowheads="1"/>
          </p:cNvSpPr>
          <p:nvPr>
            <p:ph sz="half" idx="2"/>
          </p:nvPr>
        </p:nvSpPr>
        <p:spPr>
          <a:xfrm>
            <a:off x="6466114" y="1073150"/>
            <a:ext cx="5389335" cy="5784850"/>
          </a:xfrm>
        </p:spPr>
        <p:txBody>
          <a:bodyPr/>
          <a:lstStyle/>
          <a:p>
            <a:pPr marL="0" indent="0">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Person 2:</a:t>
            </a:r>
          </a:p>
          <a:p>
            <a:pPr marL="0"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Name: Rahul</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Age: 28</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Job: Software Engineer</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Hobbies: Gaming, gym, listening to music</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Problem Facing:</a:t>
            </a:r>
          </a:p>
          <a:p>
            <a:pPr marL="0" indent="0">
              <a:buFont typeface="Arial" panose="020B0604020202020204" pitchFamily="34" charset="0"/>
              <a:buNone/>
            </a:pPr>
            <a:r>
              <a:rPr lang="en-US" altLang="en-US" sz="2300" dirty="0">
                <a:latin typeface="Times New Roman" panose="02020603050405020304" pitchFamily="18" charset="0"/>
                <a:cs typeface="Times New Roman" panose="02020603050405020304" pitchFamily="18" charset="0"/>
              </a:rPr>
              <a:t>Faces difficulty in getting quick emergency help during late-night office travel.</a:t>
            </a:r>
          </a:p>
          <a:p>
            <a:pPr marL="0" indent="0">
              <a:buFont typeface="Arial" panose="020B0604020202020204" pitchFamily="34" charset="0"/>
              <a:buNone/>
            </a:pPr>
            <a:endParaRPr lang="en-US" altLang="en-US" sz="23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47AB30E-87DA-76AB-98D1-D0F8924906DA}"/>
              </a:ext>
            </a:extLst>
          </p:cNvPr>
          <p:cNvPicPr>
            <a:picLocks noChangeAspect="1"/>
          </p:cNvPicPr>
          <p:nvPr/>
        </p:nvPicPr>
        <p:blipFill>
          <a:blip r:embed="rId2"/>
          <a:stretch>
            <a:fillRect/>
          </a:stretch>
        </p:blipFill>
        <p:spPr>
          <a:xfrm>
            <a:off x="2703007" y="1160584"/>
            <a:ext cx="2126901" cy="2177317"/>
          </a:xfrm>
          <a:prstGeom prst="rect">
            <a:avLst/>
          </a:prstGeom>
        </p:spPr>
      </p:pic>
      <p:pic>
        <p:nvPicPr>
          <p:cNvPr id="6" name="Picture 5">
            <a:extLst>
              <a:ext uri="{FF2B5EF4-FFF2-40B4-BE49-F238E27FC236}">
                <a16:creationId xmlns:a16="http://schemas.microsoft.com/office/drawing/2014/main" id="{C944EDFB-EE38-F0A7-0FDF-0EC4DD1A65D4}"/>
              </a:ext>
            </a:extLst>
          </p:cNvPr>
          <p:cNvPicPr>
            <a:picLocks noChangeAspect="1"/>
          </p:cNvPicPr>
          <p:nvPr/>
        </p:nvPicPr>
        <p:blipFill>
          <a:blip r:embed="rId3"/>
          <a:stretch>
            <a:fillRect/>
          </a:stretch>
        </p:blipFill>
        <p:spPr>
          <a:xfrm>
            <a:off x="8370585" y="1242646"/>
            <a:ext cx="2236816" cy="20952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43A304-E276-1BC0-336A-717B3678733D}"/>
              </a:ext>
            </a:extLst>
          </p:cNvPr>
          <p:cNvSpPr txBox="1"/>
          <p:nvPr/>
        </p:nvSpPr>
        <p:spPr>
          <a:xfrm>
            <a:off x="936171" y="0"/>
            <a:ext cx="10711543" cy="7048083"/>
          </a:xfrm>
          <a:prstGeom prst="rect">
            <a:avLst/>
          </a:prstGeom>
          <a:noFill/>
        </p:spPr>
        <p:txBody>
          <a:bodyPr wrap="square" rtlCol="0">
            <a:sp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person 3:</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Name: Ramesh</a:t>
            </a:r>
          </a:p>
          <a:p>
            <a:r>
              <a:rPr lang="en-US" sz="2400" dirty="0">
                <a:latin typeface="Times New Roman" panose="02020603050405020304" pitchFamily="18" charset="0"/>
                <a:cs typeface="Times New Roman" panose="02020603050405020304" pitchFamily="18" charset="0"/>
              </a:rPr>
              <a:t>Age: 65</a:t>
            </a:r>
          </a:p>
          <a:p>
            <a:r>
              <a:rPr lang="en-US" sz="2400" dirty="0">
                <a:latin typeface="Times New Roman" panose="02020603050405020304" pitchFamily="18" charset="0"/>
                <a:cs typeface="Times New Roman" panose="02020603050405020304" pitchFamily="18" charset="0"/>
              </a:rPr>
              <a:t>Job: Retired Person</a:t>
            </a:r>
          </a:p>
          <a:p>
            <a:r>
              <a:rPr lang="en-US" sz="2400" dirty="0">
                <a:latin typeface="Times New Roman" panose="02020603050405020304" pitchFamily="18" charset="0"/>
                <a:cs typeface="Times New Roman" panose="02020603050405020304" pitchFamily="18" charset="0"/>
              </a:rPr>
              <a:t>Hobbies: Walking, reading newspaper, watching TV</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Problem Facing:</a:t>
            </a:r>
          </a:p>
          <a:p>
            <a:r>
              <a:rPr lang="en-US" sz="2400" dirty="0">
                <a:latin typeface="Times New Roman" panose="02020603050405020304" pitchFamily="18" charset="0"/>
                <a:cs typeface="Times New Roman" panose="02020603050405020304" pitchFamily="18" charset="0"/>
              </a:rPr>
              <a:t>Struggles to use complex mobile apps and cannot easily call for help in emergencies.</a:t>
            </a:r>
          </a:p>
          <a:p>
            <a:endParaRPr lang="en-US" sz="24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E9D30E7-A8E7-D8F5-4CD7-E8183C58346B}"/>
              </a:ext>
            </a:extLst>
          </p:cNvPr>
          <p:cNvPicPr>
            <a:picLocks noChangeAspect="1"/>
          </p:cNvPicPr>
          <p:nvPr/>
        </p:nvPicPr>
        <p:blipFill>
          <a:blip r:embed="rId2"/>
          <a:stretch>
            <a:fillRect/>
          </a:stretch>
        </p:blipFill>
        <p:spPr>
          <a:xfrm>
            <a:off x="3912157" y="468923"/>
            <a:ext cx="2379785" cy="2403231"/>
          </a:xfrm>
          <a:prstGeom prst="rect">
            <a:avLst/>
          </a:prstGeom>
        </p:spPr>
      </p:pic>
    </p:spTree>
    <p:extLst>
      <p:ext uri="{BB962C8B-B14F-4D97-AF65-F5344CB8AC3E}">
        <p14:creationId xmlns:p14="http://schemas.microsoft.com/office/powerpoint/2010/main" val="2583260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AD50-5606-EA2A-C40D-A2775B0E018D}"/>
              </a:ext>
            </a:extLst>
          </p:cNvPr>
          <p:cNvSpPr>
            <a:spLocks noGrp="1"/>
          </p:cNvSpPr>
          <p:nvPr>
            <p:ph type="title"/>
          </p:nvPr>
        </p:nvSpPr>
        <p:spPr>
          <a:xfrm>
            <a:off x="1252538" y="381000"/>
            <a:ext cx="10172700" cy="1493838"/>
          </a:xfrm>
        </p:spPr>
        <p:txBody>
          <a:bodyPr/>
          <a:lstStyle/>
          <a:p>
            <a:pPr algn="ctr" fontAlgn="auto">
              <a:spcAft>
                <a:spcPts val="0"/>
              </a:spcAft>
              <a:defRPr/>
            </a:pPr>
            <a:r>
              <a:rPr lang="en-US" dirty="0"/>
              <a:t> empathy map </a:t>
            </a:r>
          </a:p>
        </p:txBody>
      </p:sp>
      <p:sp>
        <p:nvSpPr>
          <p:cNvPr id="3" name="Text Placeholder 2">
            <a:extLst>
              <a:ext uri="{FF2B5EF4-FFF2-40B4-BE49-F238E27FC236}">
                <a16:creationId xmlns:a16="http://schemas.microsoft.com/office/drawing/2014/main" id="{22733BF3-CF29-C433-F454-886BCDCBAA9F}"/>
              </a:ext>
            </a:extLst>
          </p:cNvPr>
          <p:cNvSpPr>
            <a:spLocks noGrp="1"/>
          </p:cNvSpPr>
          <p:nvPr>
            <p:ph type="body" idx="1"/>
          </p:nvPr>
        </p:nvSpPr>
        <p:spPr>
          <a:xfrm>
            <a:off x="1250950" y="1338263"/>
            <a:ext cx="4800600" cy="536575"/>
          </a:xfrm>
        </p:spPr>
        <p:txBody>
          <a:bodyPr rtlCol="0"/>
          <a:lstStyle/>
          <a:p>
            <a:pPr marL="342900" indent="-342900" fontAlgn="auto">
              <a:spcAft>
                <a:spcPts val="0"/>
              </a:spcAft>
              <a:buFont typeface="Wingdings" pitchFamily="2" charset="2"/>
              <a:buChar char="Ø"/>
              <a:defRPr/>
            </a:pPr>
            <a:r>
              <a:rPr lang="en-US" dirty="0"/>
              <a:t>Says</a:t>
            </a:r>
            <a:r>
              <a:rPr lang="en-US" sz="1200" dirty="0">
                <a:sym typeface="Wingdings" pitchFamily="2" charset="2"/>
              </a:rPr>
              <a:t>:(</a:t>
            </a:r>
            <a:r>
              <a:rPr lang="en-US" sz="1200" cap="none" dirty="0">
                <a:solidFill>
                  <a:schemeClr val="tx1"/>
                </a:solidFill>
                <a:sym typeface="Wingdings" pitchFamily="2" charset="2"/>
              </a:rPr>
              <a:t>why they express)</a:t>
            </a:r>
            <a:endParaRPr lang="en-US" sz="1200" dirty="0">
              <a:solidFill>
                <a:schemeClr val="tx1"/>
              </a:solidFill>
            </a:endParaRPr>
          </a:p>
        </p:txBody>
      </p:sp>
      <p:sp>
        <p:nvSpPr>
          <p:cNvPr id="4" name="Content Placeholder 3">
            <a:extLst>
              <a:ext uri="{FF2B5EF4-FFF2-40B4-BE49-F238E27FC236}">
                <a16:creationId xmlns:a16="http://schemas.microsoft.com/office/drawing/2014/main" id="{B1EC0230-027B-842A-30C8-0AED15B534AB}"/>
              </a:ext>
            </a:extLst>
          </p:cNvPr>
          <p:cNvSpPr>
            <a:spLocks noGrp="1"/>
          </p:cNvSpPr>
          <p:nvPr>
            <p:ph sz="half" idx="2"/>
          </p:nvPr>
        </p:nvSpPr>
        <p:spPr>
          <a:xfrm>
            <a:off x="1250950" y="1874838"/>
            <a:ext cx="4537075" cy="5077391"/>
          </a:xfrm>
        </p:spPr>
        <p:txBody>
          <a:bodyPr rtlCol="0">
            <a:normAutofit/>
          </a:bodyPr>
          <a:lstStyle/>
          <a:p>
            <a:pPr fontAlgn="auto">
              <a:spcAft>
                <a:spcPts val="0"/>
              </a:spcAft>
              <a:defRPr/>
            </a:pPr>
            <a:r>
              <a:rPr lang="en-US" sz="2100" dirty="0">
                <a:solidFill>
                  <a:schemeClr val="tx1"/>
                </a:solidFill>
              </a:rPr>
              <a:t>“Help! Someone please help me!”</a:t>
            </a:r>
          </a:p>
          <a:p>
            <a:pPr fontAlgn="auto">
              <a:spcAft>
                <a:spcPts val="0"/>
              </a:spcAft>
              <a:defRPr/>
            </a:pPr>
            <a:r>
              <a:rPr lang="en-US" sz="2100" dirty="0">
                <a:solidFill>
                  <a:schemeClr val="tx1"/>
                </a:solidFill>
              </a:rPr>
              <a:t>“I need an ambulance quickly!”</a:t>
            </a:r>
          </a:p>
          <a:p>
            <a:pPr fontAlgn="auto">
              <a:spcAft>
                <a:spcPts val="0"/>
              </a:spcAft>
              <a:defRPr/>
            </a:pPr>
            <a:r>
              <a:rPr lang="en-US" sz="2100" dirty="0">
                <a:solidFill>
                  <a:schemeClr val="tx1"/>
                </a:solidFill>
              </a:rPr>
              <a:t>“I don’t know who to call!”</a:t>
            </a:r>
          </a:p>
          <a:p>
            <a:pPr fontAlgn="auto">
              <a:spcAft>
                <a:spcPts val="0"/>
              </a:spcAft>
              <a:defRPr/>
            </a:pPr>
            <a:r>
              <a:rPr lang="en-US" sz="2100" dirty="0">
                <a:solidFill>
                  <a:schemeClr val="tx1"/>
                </a:solidFill>
              </a:rPr>
              <a:t>“There is no time, it’s urgent!”</a:t>
            </a:r>
          </a:p>
          <a:p>
            <a:pPr marL="0" indent="0" fontAlgn="auto">
              <a:spcAft>
                <a:spcPts val="0"/>
              </a:spcAft>
              <a:buFont typeface="Arial" panose="020B0604020202020204" pitchFamily="34" charset="0"/>
              <a:buNone/>
              <a:defRPr/>
            </a:pPr>
            <a:endParaRPr lang="en-US" sz="2100" dirty="0">
              <a:solidFill>
                <a:schemeClr val="tx1">
                  <a:lumMod val="65000"/>
                  <a:lumOff val="35000"/>
                </a:schemeClr>
              </a:solidFill>
            </a:endParaRPr>
          </a:p>
          <a:p>
            <a:pPr fontAlgn="auto">
              <a:spcAft>
                <a:spcPts val="0"/>
              </a:spcAft>
              <a:buFont typeface="Wingdings" pitchFamily="2" charset="2"/>
              <a:buChar char="Ø"/>
              <a:defRPr/>
            </a:pPr>
            <a:r>
              <a:rPr lang="en-US" dirty="0">
                <a:solidFill>
                  <a:schemeClr val="tx1">
                    <a:lumMod val="65000"/>
                    <a:lumOff val="35000"/>
                  </a:schemeClr>
                </a:solidFill>
              </a:rPr>
              <a:t> </a:t>
            </a:r>
            <a:r>
              <a:rPr lang="en-US" sz="2200" dirty="0">
                <a:solidFill>
                  <a:schemeClr val="tx1"/>
                </a:solidFill>
              </a:rPr>
              <a:t>FEELS </a:t>
            </a:r>
            <a:r>
              <a:rPr lang="en-US" sz="1700" dirty="0">
                <a:solidFill>
                  <a:schemeClr val="tx1"/>
                </a:solidFill>
              </a:rPr>
              <a:t>:(User emotions)</a:t>
            </a:r>
          </a:p>
          <a:p>
            <a:pPr fontAlgn="auto">
              <a:spcAft>
                <a:spcPts val="0"/>
              </a:spcAft>
              <a:defRPr/>
            </a:pPr>
            <a:r>
              <a:rPr lang="en-US" sz="1900" dirty="0">
                <a:solidFill>
                  <a:schemeClr val="tx1"/>
                </a:solidFill>
              </a:rPr>
              <a:t>Panic</a:t>
            </a:r>
          </a:p>
          <a:p>
            <a:pPr fontAlgn="auto">
              <a:spcAft>
                <a:spcPts val="0"/>
              </a:spcAft>
              <a:defRPr/>
            </a:pPr>
            <a:r>
              <a:rPr lang="en-US" sz="1900" dirty="0">
                <a:solidFill>
                  <a:schemeClr val="tx1"/>
                </a:solidFill>
              </a:rPr>
              <a:t>Fear</a:t>
            </a:r>
          </a:p>
          <a:p>
            <a:pPr fontAlgn="auto">
              <a:spcAft>
                <a:spcPts val="0"/>
              </a:spcAft>
              <a:defRPr/>
            </a:pPr>
            <a:r>
              <a:rPr lang="en-US" sz="1900" dirty="0">
                <a:solidFill>
                  <a:schemeClr val="tx1"/>
                </a:solidFill>
              </a:rPr>
              <a:t>Stress</a:t>
            </a:r>
          </a:p>
          <a:p>
            <a:pPr fontAlgn="auto">
              <a:spcAft>
                <a:spcPts val="0"/>
              </a:spcAft>
              <a:defRPr/>
            </a:pPr>
            <a:r>
              <a:rPr lang="en-US" sz="1900" dirty="0">
                <a:solidFill>
                  <a:schemeClr val="tx1"/>
                </a:solidFill>
              </a:rPr>
              <a:t>Confusion</a:t>
            </a:r>
          </a:p>
          <a:p>
            <a:pPr fontAlgn="auto">
              <a:spcAft>
                <a:spcPts val="0"/>
              </a:spcAft>
              <a:defRPr/>
            </a:pPr>
            <a:r>
              <a:rPr lang="en-US" sz="1900" dirty="0">
                <a:solidFill>
                  <a:schemeClr val="tx1"/>
                </a:solidFill>
              </a:rPr>
              <a:t>Anxiety</a:t>
            </a:r>
          </a:p>
          <a:p>
            <a:pPr marL="0" indent="0" fontAlgn="auto">
              <a:spcAft>
                <a:spcPts val="0"/>
              </a:spcAft>
              <a:buFont typeface="Arial" panose="020B0604020202020204" pitchFamily="34" charset="0"/>
              <a:buNone/>
              <a:defRPr/>
            </a:pPr>
            <a:endParaRPr lang="en-US" dirty="0">
              <a:solidFill>
                <a:schemeClr val="tx1">
                  <a:lumMod val="65000"/>
                  <a:lumOff val="35000"/>
                </a:schemeClr>
              </a:solidFill>
            </a:endParaRPr>
          </a:p>
          <a:p>
            <a:pPr marL="0" indent="0" fontAlgn="auto">
              <a:spcAft>
                <a:spcPts val="0"/>
              </a:spcAft>
              <a:buFont typeface="Arial" panose="020B0604020202020204" pitchFamily="34" charset="0"/>
              <a:buNone/>
              <a:defRPr/>
            </a:pPr>
            <a:endParaRPr lang="en-US" dirty="0">
              <a:solidFill>
                <a:schemeClr val="tx1">
                  <a:lumMod val="65000"/>
                  <a:lumOff val="35000"/>
                </a:schemeClr>
              </a:solidFill>
            </a:endParaRPr>
          </a:p>
        </p:txBody>
      </p:sp>
      <p:sp>
        <p:nvSpPr>
          <p:cNvPr id="5" name="Text Placeholder 4">
            <a:extLst>
              <a:ext uri="{FF2B5EF4-FFF2-40B4-BE49-F238E27FC236}">
                <a16:creationId xmlns:a16="http://schemas.microsoft.com/office/drawing/2014/main" id="{B2F45276-8652-1995-9E2D-8D0969750013}"/>
              </a:ext>
            </a:extLst>
          </p:cNvPr>
          <p:cNvSpPr>
            <a:spLocks noGrp="1"/>
          </p:cNvSpPr>
          <p:nvPr>
            <p:ph type="body" sz="quarter" idx="3"/>
          </p:nvPr>
        </p:nvSpPr>
        <p:spPr>
          <a:xfrm>
            <a:off x="6634163" y="1338263"/>
            <a:ext cx="4800600" cy="536575"/>
          </a:xfrm>
        </p:spPr>
        <p:txBody>
          <a:bodyPr rtlCol="0"/>
          <a:lstStyle/>
          <a:p>
            <a:pPr marL="342900" indent="-342900" fontAlgn="auto">
              <a:spcAft>
                <a:spcPts val="0"/>
              </a:spcAft>
              <a:buFont typeface="Wingdings" pitchFamily="2" charset="2"/>
              <a:buChar char="Ø"/>
              <a:defRPr/>
            </a:pPr>
            <a:r>
              <a:rPr lang="en-US" dirty="0"/>
              <a:t>Thinks</a:t>
            </a:r>
            <a:r>
              <a:rPr lang="en-US" sz="1600" dirty="0">
                <a:sym typeface="Wingdings" pitchFamily="2" charset="2"/>
              </a:rPr>
              <a:t>:</a:t>
            </a:r>
            <a:r>
              <a:rPr lang="en-US" sz="1100" dirty="0">
                <a:sym typeface="Wingdings" pitchFamily="2" charset="2"/>
              </a:rPr>
              <a:t>(</a:t>
            </a:r>
            <a:r>
              <a:rPr lang="en-US" sz="1100" cap="none" dirty="0">
                <a:solidFill>
                  <a:schemeClr val="tx1"/>
                </a:solidFill>
                <a:sym typeface="Wingdings" pitchFamily="2" charset="2"/>
              </a:rPr>
              <a:t>what’s on their mind</a:t>
            </a:r>
            <a:r>
              <a:rPr lang="en-US" sz="1100" dirty="0">
                <a:solidFill>
                  <a:schemeClr val="tx1"/>
                </a:solidFill>
                <a:sym typeface="Wingdings" pitchFamily="2" charset="2"/>
              </a:rPr>
              <a:t>)</a:t>
            </a:r>
            <a:endParaRPr lang="en-US" sz="1100" dirty="0">
              <a:solidFill>
                <a:schemeClr val="tx1"/>
              </a:solidFill>
            </a:endParaRPr>
          </a:p>
        </p:txBody>
      </p:sp>
      <p:sp>
        <p:nvSpPr>
          <p:cNvPr id="6" name="Content Placeholder 5">
            <a:extLst>
              <a:ext uri="{FF2B5EF4-FFF2-40B4-BE49-F238E27FC236}">
                <a16:creationId xmlns:a16="http://schemas.microsoft.com/office/drawing/2014/main" id="{A93D93A0-0E8B-C3E1-CDAF-BF1A71352C98}"/>
              </a:ext>
            </a:extLst>
          </p:cNvPr>
          <p:cNvSpPr>
            <a:spLocks noGrp="1"/>
          </p:cNvSpPr>
          <p:nvPr>
            <p:ph sz="quarter" idx="4"/>
          </p:nvPr>
        </p:nvSpPr>
        <p:spPr>
          <a:xfrm>
            <a:off x="6634163" y="1874838"/>
            <a:ext cx="4913312" cy="4983162"/>
          </a:xfrm>
        </p:spPr>
        <p:txBody>
          <a:bodyPr rtlCol="0">
            <a:normAutofit/>
          </a:bodyPr>
          <a:lstStyle/>
          <a:p>
            <a:pPr fontAlgn="auto">
              <a:spcAft>
                <a:spcPts val="0"/>
              </a:spcAft>
              <a:defRPr/>
            </a:pPr>
            <a:r>
              <a:rPr lang="en-US" sz="1900" dirty="0">
                <a:solidFill>
                  <a:schemeClr val="tx1"/>
                </a:solidFill>
              </a:rPr>
              <a:t>“Which number should I dial?”</a:t>
            </a:r>
          </a:p>
          <a:p>
            <a:pPr fontAlgn="auto">
              <a:spcAft>
                <a:spcPts val="0"/>
              </a:spcAft>
              <a:defRPr/>
            </a:pPr>
            <a:r>
              <a:rPr lang="en-US" sz="1900" dirty="0">
                <a:solidFill>
                  <a:schemeClr val="tx1"/>
                </a:solidFill>
              </a:rPr>
              <a:t>“Will help reach me on time?”</a:t>
            </a:r>
          </a:p>
          <a:p>
            <a:pPr fontAlgn="auto">
              <a:spcAft>
                <a:spcPts val="0"/>
              </a:spcAft>
              <a:defRPr/>
            </a:pPr>
            <a:r>
              <a:rPr lang="en-US" sz="1900" dirty="0">
                <a:solidFill>
                  <a:schemeClr val="tx1"/>
                </a:solidFill>
              </a:rPr>
              <a:t>“What if I press the wrong option?”</a:t>
            </a:r>
          </a:p>
          <a:p>
            <a:pPr fontAlgn="auto">
              <a:spcAft>
                <a:spcPts val="0"/>
              </a:spcAft>
              <a:defRPr/>
            </a:pPr>
            <a:r>
              <a:rPr lang="en-US" sz="1900" dirty="0">
                <a:solidFill>
                  <a:schemeClr val="tx1"/>
                </a:solidFill>
              </a:rPr>
              <a:t>“Why is this taking so long?”</a:t>
            </a:r>
          </a:p>
          <a:p>
            <a:pPr marL="0" indent="0" fontAlgn="auto">
              <a:spcAft>
                <a:spcPts val="0"/>
              </a:spcAft>
              <a:buNone/>
              <a:defRPr/>
            </a:pPr>
            <a:endParaRPr lang="en-US" sz="1900" dirty="0">
              <a:solidFill>
                <a:schemeClr val="tx1">
                  <a:lumMod val="65000"/>
                  <a:lumOff val="35000"/>
                </a:schemeClr>
              </a:solidFill>
            </a:endParaRPr>
          </a:p>
          <a:p>
            <a:pPr fontAlgn="auto">
              <a:spcAft>
                <a:spcPts val="0"/>
              </a:spcAft>
              <a:buFont typeface="Wingdings" pitchFamily="2" charset="2"/>
              <a:buChar char="Ø"/>
              <a:defRPr/>
            </a:pPr>
            <a:r>
              <a:rPr lang="en-US" dirty="0">
                <a:solidFill>
                  <a:schemeClr val="tx1"/>
                </a:solidFill>
              </a:rPr>
              <a:t>DOES :</a:t>
            </a:r>
            <a:r>
              <a:rPr lang="en-US" sz="1500" dirty="0">
                <a:solidFill>
                  <a:schemeClr val="tx1"/>
                </a:solidFill>
              </a:rPr>
              <a:t>(user actions)</a:t>
            </a:r>
          </a:p>
          <a:p>
            <a:pPr fontAlgn="auto">
              <a:spcAft>
                <a:spcPts val="0"/>
              </a:spcAft>
              <a:defRPr/>
            </a:pPr>
            <a:r>
              <a:rPr lang="en-US" sz="1900" dirty="0">
                <a:solidFill>
                  <a:schemeClr val="tx1"/>
                </a:solidFill>
              </a:rPr>
              <a:t>Tries to unlock phone quickly</a:t>
            </a:r>
          </a:p>
          <a:p>
            <a:pPr fontAlgn="auto">
              <a:spcAft>
                <a:spcPts val="0"/>
              </a:spcAft>
              <a:defRPr/>
            </a:pPr>
            <a:r>
              <a:rPr lang="en-US" sz="1900" dirty="0">
                <a:solidFill>
                  <a:schemeClr val="tx1"/>
                </a:solidFill>
              </a:rPr>
              <a:t>Opens multiple apps or contacts</a:t>
            </a:r>
          </a:p>
          <a:p>
            <a:pPr fontAlgn="auto">
              <a:spcAft>
                <a:spcPts val="0"/>
              </a:spcAft>
              <a:defRPr/>
            </a:pPr>
            <a:r>
              <a:rPr lang="en-US" sz="1900" dirty="0">
                <a:solidFill>
                  <a:schemeClr val="tx1"/>
                </a:solidFill>
              </a:rPr>
              <a:t>Calls random numbers</a:t>
            </a:r>
          </a:p>
          <a:p>
            <a:pPr fontAlgn="auto">
              <a:spcAft>
                <a:spcPts val="0"/>
              </a:spcAft>
              <a:defRPr/>
            </a:pPr>
            <a:r>
              <a:rPr lang="en-US" sz="1900" dirty="0">
                <a:solidFill>
                  <a:schemeClr val="tx1"/>
                </a:solidFill>
              </a:rPr>
              <a:t>Shouts for help nearby</a:t>
            </a:r>
          </a:p>
          <a:p>
            <a:pPr fontAlgn="auto">
              <a:spcAft>
                <a:spcPts val="0"/>
              </a:spcAft>
              <a:defRPr/>
            </a:pPr>
            <a:r>
              <a:rPr lang="en-US" sz="1900" dirty="0">
                <a:solidFill>
                  <a:schemeClr val="tx1"/>
                </a:solidFill>
              </a:rPr>
              <a:t>May freeze or act irrationally</a:t>
            </a:r>
          </a:p>
          <a:p>
            <a:pPr marL="0" indent="0" fontAlgn="auto">
              <a:spcAft>
                <a:spcPts val="0"/>
              </a:spcAft>
              <a:buFont typeface="Arial" panose="020B0604020202020204" pitchFamily="34" charset="0"/>
              <a:buNone/>
              <a:defRPr/>
            </a:pPr>
            <a:endParaRPr lang="en-US" dirty="0">
              <a:solidFill>
                <a:schemeClr val="tx1">
                  <a:lumMod val="65000"/>
                  <a:lumOff val="3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856D86B6-E790-FF5B-E726-A09F58B793AA}"/>
              </a:ext>
            </a:extLst>
          </p:cNvPr>
          <p:cNvSpPr>
            <a:spLocks noGrp="1" noChangeArrowheads="1"/>
          </p:cNvSpPr>
          <p:nvPr>
            <p:ph type="title"/>
          </p:nvPr>
        </p:nvSpPr>
        <p:spPr bwMode="auto"/>
        <p:txBody>
          <a:bodyPr wrap="square" numCol="1" anchorCtr="0" compatLnSpc="1">
            <a:prstTxWarp prst="textNoShape">
              <a:avLst/>
            </a:prstTxWarp>
          </a:bodyPr>
          <a:lstStyle/>
          <a:p>
            <a:pPr algn="ctr" fontAlgn="auto">
              <a:spcAft>
                <a:spcPts val="0"/>
              </a:spcAft>
              <a:defRPr/>
            </a:pPr>
            <a:r>
              <a:rPr lang="en-US" altLang="en-US" b="1" u="sng" cap="none" dirty="0">
                <a:solidFill>
                  <a:schemeClr val="tx1"/>
                </a:solidFill>
                <a:latin typeface="Times New Roman" panose="02020603050405020304" pitchFamily="18" charset="0"/>
                <a:cs typeface="Times New Roman" panose="02020603050405020304" pitchFamily="18" charset="0"/>
              </a:rPr>
              <a:t>Experience Map</a:t>
            </a:r>
          </a:p>
        </p:txBody>
      </p:sp>
      <p:pic>
        <p:nvPicPr>
          <p:cNvPr id="3" name="Content Placeholder 2">
            <a:extLst>
              <a:ext uri="{FF2B5EF4-FFF2-40B4-BE49-F238E27FC236}">
                <a16:creationId xmlns:a16="http://schemas.microsoft.com/office/drawing/2014/main" id="{8E67BFE3-CD20-14DE-D184-2B5FDAACAAA7}"/>
              </a:ext>
            </a:extLst>
          </p:cNvPr>
          <p:cNvPicPr>
            <a:picLocks noGrp="1" noChangeAspect="1"/>
          </p:cNvPicPr>
          <p:nvPr>
            <p:ph idx="1"/>
          </p:nvPr>
        </p:nvPicPr>
        <p:blipFill>
          <a:blip r:embed="rId2"/>
          <a:stretch>
            <a:fillRect/>
          </a:stretch>
        </p:blipFill>
        <p:spPr>
          <a:xfrm>
            <a:off x="925172" y="1874839"/>
            <a:ext cx="4866028" cy="3470046"/>
          </a:xfrm>
        </p:spPr>
      </p:pic>
      <p:sp>
        <p:nvSpPr>
          <p:cNvPr id="4" name="Right Arrow 3">
            <a:extLst>
              <a:ext uri="{FF2B5EF4-FFF2-40B4-BE49-F238E27FC236}">
                <a16:creationId xmlns:a16="http://schemas.microsoft.com/office/drawing/2014/main" id="{9EDCFF2C-8271-FAB0-B8E1-B0031875B72D}"/>
              </a:ext>
            </a:extLst>
          </p:cNvPr>
          <p:cNvSpPr/>
          <p:nvPr/>
        </p:nvSpPr>
        <p:spPr>
          <a:xfrm>
            <a:off x="5791200" y="318668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6FABBA4-D098-47DF-0AD0-E277123720F6}"/>
              </a:ext>
            </a:extLst>
          </p:cNvPr>
          <p:cNvPicPr>
            <a:picLocks noChangeAspect="1"/>
          </p:cNvPicPr>
          <p:nvPr/>
        </p:nvPicPr>
        <p:blipFill>
          <a:blip r:embed="rId3"/>
          <a:stretch>
            <a:fillRect/>
          </a:stretch>
        </p:blipFill>
        <p:spPr>
          <a:xfrm>
            <a:off x="6769608" y="1874838"/>
            <a:ext cx="5128478" cy="347004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1CC1E8-354F-7E5F-375A-584B679F07B7}"/>
              </a:ext>
            </a:extLst>
          </p:cNvPr>
          <p:cNvPicPr>
            <a:picLocks noChangeAspect="1"/>
          </p:cNvPicPr>
          <p:nvPr/>
        </p:nvPicPr>
        <p:blipFill>
          <a:blip r:embed="rId2"/>
          <a:stretch>
            <a:fillRect/>
          </a:stretch>
        </p:blipFill>
        <p:spPr>
          <a:xfrm>
            <a:off x="892628" y="437243"/>
            <a:ext cx="5050972" cy="3731986"/>
          </a:xfrm>
          <a:prstGeom prst="rect">
            <a:avLst/>
          </a:prstGeom>
        </p:spPr>
      </p:pic>
      <p:sp>
        <p:nvSpPr>
          <p:cNvPr id="4" name="Right Arrow 3">
            <a:extLst>
              <a:ext uri="{FF2B5EF4-FFF2-40B4-BE49-F238E27FC236}">
                <a16:creationId xmlns:a16="http://schemas.microsoft.com/office/drawing/2014/main" id="{3CD8F684-B9B1-0F69-11A2-BBFB44698ABB}"/>
              </a:ext>
            </a:extLst>
          </p:cNvPr>
          <p:cNvSpPr/>
          <p:nvPr/>
        </p:nvSpPr>
        <p:spPr>
          <a:xfrm>
            <a:off x="5943600" y="206092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9EFE5B1-8611-6622-DD37-6DCF41492E5B}"/>
              </a:ext>
            </a:extLst>
          </p:cNvPr>
          <p:cNvPicPr>
            <a:picLocks noChangeAspect="1"/>
          </p:cNvPicPr>
          <p:nvPr/>
        </p:nvPicPr>
        <p:blipFill>
          <a:blip r:embed="rId3"/>
          <a:stretch>
            <a:fillRect/>
          </a:stretch>
        </p:blipFill>
        <p:spPr>
          <a:xfrm>
            <a:off x="6922008" y="437243"/>
            <a:ext cx="4865917" cy="3731986"/>
          </a:xfrm>
          <a:prstGeom prst="rect">
            <a:avLst/>
          </a:prstGeom>
        </p:spPr>
      </p:pic>
    </p:spTree>
    <p:extLst>
      <p:ext uri="{BB962C8B-B14F-4D97-AF65-F5344CB8AC3E}">
        <p14:creationId xmlns:p14="http://schemas.microsoft.com/office/powerpoint/2010/main" val="2603884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8DE1-FE95-0C04-E562-8283631CB578}"/>
              </a:ext>
            </a:extLst>
          </p:cNvPr>
          <p:cNvSpPr>
            <a:spLocks noGrp="1"/>
          </p:cNvSpPr>
          <p:nvPr>
            <p:ph type="title"/>
          </p:nvPr>
        </p:nvSpPr>
        <p:spPr/>
        <p:txBody>
          <a:bodyPr/>
          <a:lstStyle/>
          <a:p>
            <a:pPr algn="ctr" fontAlgn="auto">
              <a:spcAft>
                <a:spcPts val="0"/>
              </a:spcAft>
              <a:defRPr/>
            </a:pPr>
            <a:r>
              <a:rPr lang="en-US" b="1" u="sng" dirty="0">
                <a:solidFill>
                  <a:schemeClr val="tx1"/>
                </a:solidFill>
                <a:latin typeface="Times New Roman" panose="02020603050405020304" pitchFamily="18" charset="0"/>
                <a:cs typeface="Times New Roman" panose="02020603050405020304" pitchFamily="18" charset="0"/>
              </a:rPr>
              <a:t>Survey analysis</a:t>
            </a:r>
          </a:p>
        </p:txBody>
      </p:sp>
      <p:sp>
        <p:nvSpPr>
          <p:cNvPr id="12290" name="Content Placeholder 2">
            <a:extLst>
              <a:ext uri="{FF2B5EF4-FFF2-40B4-BE49-F238E27FC236}">
                <a16:creationId xmlns:a16="http://schemas.microsoft.com/office/drawing/2014/main" id="{81B832D5-197C-DA93-8F34-75E2A04D2ECD}"/>
              </a:ext>
            </a:extLst>
          </p:cNvPr>
          <p:cNvSpPr>
            <a:spLocks noGrp="1" noChangeArrowheads="1"/>
          </p:cNvSpPr>
          <p:nvPr>
            <p:ph idx="1"/>
          </p:nvPr>
        </p:nvSpPr>
        <p:spPr>
          <a:xfrm>
            <a:off x="828675" y="1995488"/>
            <a:ext cx="11006138" cy="4456112"/>
          </a:xfrm>
        </p:spPr>
        <p:txBody>
          <a:bodyPr/>
          <a:lstStyle/>
          <a:p>
            <a:pPr marL="0" indent="0">
              <a:buFont typeface="Arial" panose="020B0604020202020204" pitchFamily="34" charset="0"/>
              <a:buNone/>
            </a:pPr>
            <a:r>
              <a:rPr lang="en-US" altLang="en-US" b="1">
                <a:solidFill>
                  <a:schemeClr val="tx1"/>
                </a:solidFill>
                <a:latin typeface="Times New Roman" panose="02020603050405020304" pitchFamily="18" charset="0"/>
                <a:cs typeface="Times New Roman" panose="02020603050405020304" pitchFamily="18" charset="0"/>
              </a:rPr>
              <a:t>The survey analysis for the ResQux app shows that most users feel unsafe during emergencies due to confusion, delay in contacting help, and difficulty in sharing their location quickly. A majority of users prefer a simple, one-tap solution that can instantly alert family members and emergency services without multiple steps. Many respondents also highlighted the need for features like live location sharing, nearby emergency services, and a fake call option for unsafe situations. At the same time, some users expressed concerns about privacy and data security, indicating that the app must be trustworthy and easy to use under stress. Overall, the analysis makes it clear that users are not lacking help, but they are lacking a fast and reliable way to access it, which directly supports the purpose of the ResQux app.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F5A19-879B-2C31-5605-E44BA4C8490D}"/>
              </a:ext>
            </a:extLst>
          </p:cNvPr>
          <p:cNvSpPr>
            <a:spLocks noGrp="1"/>
          </p:cNvSpPr>
          <p:nvPr>
            <p:ph type="title"/>
          </p:nvPr>
        </p:nvSpPr>
        <p:spPr/>
        <p:txBody>
          <a:bodyPr/>
          <a:lstStyle/>
          <a:p>
            <a:pPr algn="ctr" fontAlgn="auto">
              <a:spcAft>
                <a:spcPts val="0"/>
              </a:spcAft>
              <a:defRPr/>
            </a:pPr>
            <a:r>
              <a:rPr lang="en-US" u="sng" dirty="0">
                <a:solidFill>
                  <a:schemeClr val="tx1"/>
                </a:solidFill>
              </a:rPr>
              <a:t>define</a:t>
            </a:r>
          </a:p>
        </p:txBody>
      </p:sp>
      <p:sp>
        <p:nvSpPr>
          <p:cNvPr id="3" name="Content Placeholder 2">
            <a:extLst>
              <a:ext uri="{FF2B5EF4-FFF2-40B4-BE49-F238E27FC236}">
                <a16:creationId xmlns:a16="http://schemas.microsoft.com/office/drawing/2014/main" id="{05E2C7DB-49E0-D954-7473-1170D234C5AB}"/>
              </a:ext>
            </a:extLst>
          </p:cNvPr>
          <p:cNvSpPr>
            <a:spLocks noGrp="1"/>
          </p:cNvSpPr>
          <p:nvPr>
            <p:ph idx="1"/>
          </p:nvPr>
        </p:nvSpPr>
        <p:spPr>
          <a:xfrm>
            <a:off x="1250950" y="1441938"/>
            <a:ext cx="10179050" cy="4572000"/>
          </a:xfrm>
        </p:spPr>
        <p:txBody>
          <a:bodyPr rtlCol="0">
            <a:normAutofit fontScale="92500" lnSpcReduction="20000"/>
          </a:bodyPr>
          <a:lstStyle/>
          <a:p>
            <a:pPr fontAlgn="auto">
              <a:spcAft>
                <a:spcPts val="0"/>
              </a:spcAft>
              <a:defRPr/>
            </a:pPr>
            <a:r>
              <a:rPr lang="en-US" dirty="0">
                <a:solidFill>
                  <a:schemeClr val="tx1">
                    <a:lumMod val="65000"/>
                    <a:lumOff val="35000"/>
                  </a:schemeClr>
                </a:solidFill>
              </a:rPr>
              <a:t>Q1: What is the main problem?</a:t>
            </a:r>
          </a:p>
          <a:p>
            <a:pPr marL="0" indent="0" fontAlgn="auto">
              <a:spcAft>
                <a:spcPts val="0"/>
              </a:spcAft>
              <a:buFont typeface="Arial" panose="020B0604020202020204" pitchFamily="34" charset="0"/>
              <a:buNone/>
              <a:defRPr/>
            </a:pPr>
            <a:r>
              <a:rPr lang="en-US" dirty="0">
                <a:solidFill>
                  <a:schemeClr val="tx1">
                    <a:lumMod val="65000"/>
                    <a:lumOff val="35000"/>
                  </a:schemeClr>
                </a:solidFill>
              </a:rPr>
              <a:t>👉 Users are unable to get quick help during emergencies.</a:t>
            </a:r>
          </a:p>
          <a:p>
            <a:pPr fontAlgn="auto">
              <a:spcAft>
                <a:spcPts val="0"/>
              </a:spcAft>
              <a:defRPr/>
            </a:pPr>
            <a:r>
              <a:rPr lang="en-US" dirty="0">
                <a:solidFill>
                  <a:schemeClr val="tx1">
                    <a:lumMod val="65000"/>
                    <a:lumOff val="35000"/>
                  </a:schemeClr>
                </a:solidFill>
              </a:rPr>
              <a:t>Q2: Why is this a problem?</a:t>
            </a:r>
          </a:p>
          <a:p>
            <a:pPr marL="0" indent="0" fontAlgn="auto">
              <a:spcAft>
                <a:spcPts val="0"/>
              </a:spcAft>
              <a:buFont typeface="Arial" panose="020B0604020202020204" pitchFamily="34" charset="0"/>
              <a:buNone/>
              <a:defRPr/>
            </a:pPr>
            <a:r>
              <a:rPr lang="en-US" dirty="0">
                <a:solidFill>
                  <a:schemeClr val="tx1">
                    <a:lumMod val="65000"/>
                    <a:lumOff val="35000"/>
                  </a:schemeClr>
                </a:solidFill>
              </a:rPr>
              <a:t>👉 Because users feel panic and cannot follow complex steps.</a:t>
            </a:r>
          </a:p>
          <a:p>
            <a:pPr fontAlgn="auto">
              <a:spcAft>
                <a:spcPts val="0"/>
              </a:spcAft>
              <a:defRPr/>
            </a:pPr>
            <a:r>
              <a:rPr lang="en-US" dirty="0">
                <a:solidFill>
                  <a:schemeClr val="tx1">
                    <a:lumMod val="65000"/>
                    <a:lumOff val="35000"/>
                  </a:schemeClr>
                </a:solidFill>
              </a:rPr>
              <a:t>Q3: What do users need?</a:t>
            </a:r>
          </a:p>
          <a:p>
            <a:pPr marL="0" indent="0" fontAlgn="auto">
              <a:spcAft>
                <a:spcPts val="0"/>
              </a:spcAft>
              <a:buFont typeface="Arial" panose="020B0604020202020204" pitchFamily="34" charset="0"/>
              <a:buNone/>
              <a:defRPr/>
            </a:pPr>
            <a:r>
              <a:rPr lang="en-US" dirty="0">
                <a:solidFill>
                  <a:schemeClr val="tx1">
                    <a:lumMod val="65000"/>
                    <a:lumOff val="35000"/>
                  </a:schemeClr>
                </a:solidFill>
              </a:rPr>
              <a:t>👉 Users need a fast and simple way to access emergency services.</a:t>
            </a:r>
          </a:p>
          <a:p>
            <a:pPr fontAlgn="auto">
              <a:spcAft>
                <a:spcPts val="0"/>
              </a:spcAft>
              <a:defRPr/>
            </a:pPr>
            <a:r>
              <a:rPr lang="en-US" dirty="0">
                <a:solidFill>
                  <a:schemeClr val="tx1">
                    <a:lumMod val="65000"/>
                    <a:lumOff val="35000"/>
                  </a:schemeClr>
                </a:solidFill>
              </a:rPr>
              <a:t>Q4: When does this problem occur?</a:t>
            </a:r>
          </a:p>
          <a:p>
            <a:pPr marL="0" indent="0" fontAlgn="auto">
              <a:spcAft>
                <a:spcPts val="0"/>
              </a:spcAft>
              <a:buFont typeface="Arial" panose="020B0604020202020204" pitchFamily="34" charset="0"/>
              <a:buNone/>
              <a:defRPr/>
            </a:pPr>
            <a:r>
              <a:rPr lang="en-US" dirty="0">
                <a:solidFill>
                  <a:schemeClr val="tx1">
                    <a:lumMod val="65000"/>
                    <a:lumOff val="35000"/>
                  </a:schemeClr>
                </a:solidFill>
              </a:rPr>
              <a:t>👉 During critical situations like accidents or medical emergencies.</a:t>
            </a:r>
          </a:p>
          <a:p>
            <a:pPr fontAlgn="auto">
              <a:spcAft>
                <a:spcPts val="0"/>
              </a:spcAft>
              <a:defRPr/>
            </a:pPr>
            <a:r>
              <a:rPr lang="en-US" dirty="0">
                <a:solidFill>
                  <a:schemeClr val="tx1">
                    <a:lumMod val="65000"/>
                    <a:lumOff val="35000"/>
                  </a:schemeClr>
                </a:solidFill>
              </a:rPr>
              <a:t>Q5: What is the impact of this problem?</a:t>
            </a:r>
          </a:p>
          <a:p>
            <a:pPr marL="0" indent="0" fontAlgn="auto">
              <a:spcAft>
                <a:spcPts val="0"/>
              </a:spcAft>
              <a:buFont typeface="Arial" panose="020B0604020202020204" pitchFamily="34" charset="0"/>
              <a:buNone/>
              <a:defRPr/>
            </a:pPr>
            <a:r>
              <a:rPr lang="en-US" dirty="0">
                <a:solidFill>
                  <a:schemeClr val="tx1">
                    <a:lumMod val="65000"/>
                    <a:lumOff val="35000"/>
                  </a:schemeClr>
                </a:solidFill>
              </a:rPr>
              <a:t>👉 Delay in help can lead to serious consequences or loss of life.</a:t>
            </a:r>
          </a:p>
          <a:p>
            <a:pPr fontAlgn="auto">
              <a:spcAft>
                <a:spcPts val="0"/>
              </a:spcAft>
              <a:defRPr/>
            </a:pPr>
            <a:r>
              <a:rPr lang="en-US" dirty="0">
                <a:solidFill>
                  <a:schemeClr val="tx1">
                    <a:lumMod val="65000"/>
                    <a:lumOff val="35000"/>
                  </a:schemeClr>
                </a:solidFill>
              </a:rPr>
              <a:t>Final Define Statement (from above answers)</a:t>
            </a:r>
          </a:p>
          <a:p>
            <a:pPr marL="0" indent="0" fontAlgn="auto">
              <a:spcAft>
                <a:spcPts val="0"/>
              </a:spcAft>
              <a:buFont typeface="Arial" panose="020B0604020202020204" pitchFamily="34" charset="0"/>
              <a:buNone/>
              <a:defRPr/>
            </a:pPr>
            <a:r>
              <a:rPr lang="en-US" dirty="0">
                <a:solidFill>
                  <a:schemeClr val="tx1">
                    <a:lumMod val="65000"/>
                    <a:lumOff val="35000"/>
                  </a:schemeClr>
                </a:solidFill>
              </a:rPr>
              <a:t>👉 Users need a quick and easy way to access emergency help during panic situations because current systems are slow and complex.</a:t>
            </a:r>
          </a:p>
          <a:p>
            <a:pPr fontAlgn="auto">
              <a:spcAft>
                <a:spcPts val="0"/>
              </a:spcAft>
              <a:defRPr/>
            </a:pPr>
            <a:endParaRPr lang="en-US" dirty="0">
              <a:solidFill>
                <a:schemeClr val="tx1">
                  <a:lumMod val="65000"/>
                  <a:lumOff val="35000"/>
                </a:schemeClr>
              </a:solidFill>
            </a:endParaRPr>
          </a:p>
          <a:p>
            <a:pPr fontAlgn="auto">
              <a:spcAft>
                <a:spcPts val="0"/>
              </a:spcAft>
              <a:defRPr/>
            </a:pPr>
            <a:endParaRPr lang="en-US" dirty="0">
              <a:solidFill>
                <a:schemeClr val="tx1">
                  <a:lumMod val="65000"/>
                  <a:lumOff val="3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4DE4A-CCBD-AD30-E06A-8BAD28164192}"/>
              </a:ext>
            </a:extLst>
          </p:cNvPr>
          <p:cNvSpPr>
            <a:spLocks noGrp="1"/>
          </p:cNvSpPr>
          <p:nvPr>
            <p:ph type="title"/>
          </p:nvPr>
        </p:nvSpPr>
        <p:spPr/>
        <p:txBody>
          <a:bodyPr/>
          <a:lstStyle/>
          <a:p>
            <a:pPr fontAlgn="auto">
              <a:spcAft>
                <a:spcPts val="0"/>
              </a:spcAft>
              <a:defRPr/>
            </a:pPr>
            <a:r>
              <a:rPr lang="en-US" b="1" u="sng" dirty="0">
                <a:solidFill>
                  <a:schemeClr val="tx1"/>
                </a:solidFill>
                <a:latin typeface="Times New Roman" panose="02020603050405020304" pitchFamily="18" charset="0"/>
                <a:cs typeface="Times New Roman" panose="02020603050405020304" pitchFamily="18" charset="0"/>
              </a:rPr>
              <a:t>ideation</a:t>
            </a:r>
          </a:p>
        </p:txBody>
      </p:sp>
      <p:sp>
        <p:nvSpPr>
          <p:cNvPr id="13314" name="Content Placeholder 2">
            <a:extLst>
              <a:ext uri="{FF2B5EF4-FFF2-40B4-BE49-F238E27FC236}">
                <a16:creationId xmlns:a16="http://schemas.microsoft.com/office/drawing/2014/main" id="{82BEEB68-A5E0-61CB-88FF-97584CA378FE}"/>
              </a:ext>
            </a:extLst>
          </p:cNvPr>
          <p:cNvSpPr>
            <a:spLocks noGrp="1" noChangeArrowheads="1"/>
          </p:cNvSpPr>
          <p:nvPr>
            <p:ph idx="1"/>
          </p:nvPr>
        </p:nvSpPr>
        <p:spPr>
          <a:xfrm>
            <a:off x="977900" y="1970088"/>
            <a:ext cx="10920413" cy="3541712"/>
          </a:xfrm>
        </p:spPr>
        <p:txBody>
          <a:bodyPr/>
          <a:lstStyle/>
          <a:p>
            <a:pPr>
              <a:buFont typeface="Wingdings" pitchFamily="2" charset="2"/>
              <a:buChar char="q"/>
            </a:pPr>
            <a:r>
              <a:rPr lang="en-US" altLang="en-US" sz="3400" b="1">
                <a:solidFill>
                  <a:schemeClr val="tx1"/>
                </a:solidFill>
                <a:latin typeface="Times New Roman" panose="02020603050405020304" pitchFamily="18" charset="0"/>
                <a:cs typeface="Times New Roman" panose="02020603050405020304" pitchFamily="18" charset="0"/>
              </a:rPr>
              <a:t> Brain writing</a:t>
            </a:r>
          </a:p>
          <a:p>
            <a:pPr>
              <a:buFont typeface="Wingdings" pitchFamily="2" charset="2"/>
              <a:buChar char="q"/>
            </a:pPr>
            <a:r>
              <a:rPr lang="en-US" altLang="en-US" sz="3400" b="1">
                <a:solidFill>
                  <a:schemeClr val="tx1"/>
                </a:solidFill>
                <a:latin typeface="Times New Roman" panose="02020603050405020304" pitchFamily="18" charset="0"/>
                <a:cs typeface="Times New Roman" panose="02020603050405020304" pitchFamily="18" charset="0"/>
              </a:rPr>
              <a:t>Brain storming</a:t>
            </a:r>
          </a:p>
          <a:p>
            <a:pPr>
              <a:buFont typeface="Wingdings" pitchFamily="2" charset="2"/>
              <a:buChar char="q"/>
            </a:pPr>
            <a:r>
              <a:rPr lang="en-US" altLang="en-US" sz="3400" b="1">
                <a:solidFill>
                  <a:schemeClr val="tx1"/>
                </a:solidFill>
                <a:latin typeface="Times New Roman" panose="02020603050405020304" pitchFamily="18" charset="0"/>
                <a:cs typeface="Times New Roman" panose="02020603050405020304" pitchFamily="18" charset="0"/>
              </a:rPr>
              <a:t>Dot voting</a:t>
            </a:r>
          </a:p>
        </p:txBody>
      </p:sp>
      <p:pic>
        <p:nvPicPr>
          <p:cNvPr id="13315" name="Picture 4">
            <a:extLst>
              <a:ext uri="{FF2B5EF4-FFF2-40B4-BE49-F238E27FC236}">
                <a16:creationId xmlns:a16="http://schemas.microsoft.com/office/drawing/2014/main" id="{D56FDCA9-8E14-9289-01D8-E08D1AD65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9975" y="1468438"/>
            <a:ext cx="7018338" cy="392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321D4-E01D-9824-BF1E-9023270BDE5F}"/>
              </a:ext>
            </a:extLst>
          </p:cNvPr>
          <p:cNvSpPr>
            <a:spLocks noGrp="1"/>
          </p:cNvSpPr>
          <p:nvPr>
            <p:ph type="title"/>
          </p:nvPr>
        </p:nvSpPr>
        <p:spPr/>
        <p:txBody>
          <a:bodyPr/>
          <a:lstStyle/>
          <a:p>
            <a:pPr algn="ctr" fontAlgn="auto">
              <a:spcAft>
                <a:spcPts val="0"/>
              </a:spcAft>
              <a:defRPr/>
            </a:pPr>
            <a:r>
              <a:rPr lang="en-US" u="sng" dirty="0">
                <a:solidFill>
                  <a:schemeClr val="tx1"/>
                </a:solidFill>
              </a:rPr>
              <a:t>Brain writing</a:t>
            </a:r>
          </a:p>
        </p:txBody>
      </p:sp>
      <p:sp>
        <p:nvSpPr>
          <p:cNvPr id="3" name="Content Placeholder 2">
            <a:extLst>
              <a:ext uri="{FF2B5EF4-FFF2-40B4-BE49-F238E27FC236}">
                <a16:creationId xmlns:a16="http://schemas.microsoft.com/office/drawing/2014/main" id="{6BE5A34C-9663-054D-C68B-278965578ED8}"/>
              </a:ext>
            </a:extLst>
          </p:cNvPr>
          <p:cNvSpPr>
            <a:spLocks noGrp="1"/>
          </p:cNvSpPr>
          <p:nvPr>
            <p:ph idx="1"/>
          </p:nvPr>
        </p:nvSpPr>
        <p:spPr>
          <a:xfrm>
            <a:off x="935038" y="1147763"/>
            <a:ext cx="10494962" cy="5710237"/>
          </a:xfrm>
        </p:spPr>
        <p:txBody>
          <a:bodyPr rtlCol="0">
            <a:normAutofit/>
          </a:bodyPr>
          <a:lstStyle/>
          <a:p>
            <a:pPr fontAlgn="auto">
              <a:spcAft>
                <a:spcPts val="0"/>
              </a:spcAft>
              <a:defRPr/>
            </a:pPr>
            <a:r>
              <a:rPr lang="en-US" dirty="0">
                <a:solidFill>
                  <a:schemeClr val="tx1">
                    <a:lumMod val="65000"/>
                    <a:lumOff val="35000"/>
                  </a:schemeClr>
                </a:solidFill>
              </a:rPr>
              <a:t>Brainwriting is a technique where ideas are written instead of spoken.</a:t>
            </a:r>
          </a:p>
          <a:p>
            <a:pPr fontAlgn="auto">
              <a:spcAft>
                <a:spcPts val="0"/>
              </a:spcAft>
              <a:defRPr/>
            </a:pPr>
            <a:r>
              <a:rPr lang="en-US" dirty="0">
                <a:solidFill>
                  <a:schemeClr val="tx1">
                    <a:lumMod val="65000"/>
                    <a:lumOff val="35000"/>
                  </a:schemeClr>
                </a:solidFill>
              </a:rPr>
              <a:t>Each person writes their ideas and passes them to others for improvement.</a:t>
            </a:r>
          </a:p>
          <a:p>
            <a:pPr fontAlgn="auto">
              <a:spcAft>
                <a:spcPts val="0"/>
              </a:spcAft>
              <a:defRPr/>
            </a:pPr>
            <a:r>
              <a:rPr lang="en-US" dirty="0">
                <a:solidFill>
                  <a:schemeClr val="tx1">
                    <a:lumMod val="65000"/>
                    <a:lumOff val="35000"/>
                  </a:schemeClr>
                </a:solidFill>
              </a:rPr>
              <a:t>It ensures equal participation from all members.</a:t>
            </a:r>
          </a:p>
          <a:p>
            <a:pPr fontAlgn="auto">
              <a:spcAft>
                <a:spcPts val="0"/>
              </a:spcAft>
              <a:defRPr/>
            </a:pPr>
            <a:r>
              <a:rPr lang="en-US" dirty="0">
                <a:solidFill>
                  <a:schemeClr val="tx1">
                    <a:lumMod val="65000"/>
                    <a:lumOff val="35000"/>
                  </a:schemeClr>
                </a:solidFill>
              </a:rPr>
              <a:t>In this project, we used it to collect more unique and thoughtful ideas.</a:t>
            </a:r>
          </a:p>
          <a:p>
            <a:pPr fontAlgn="auto">
              <a:spcAft>
                <a:spcPts val="0"/>
              </a:spcAft>
              <a:defRPr/>
            </a:pPr>
            <a:endParaRPr lang="en-US" dirty="0">
              <a:solidFill>
                <a:schemeClr val="tx1">
                  <a:lumMod val="65000"/>
                  <a:lumOff val="35000"/>
                </a:schemeClr>
              </a:solidFill>
            </a:endParaRPr>
          </a:p>
          <a:p>
            <a:pPr marL="0" indent="0" algn="ctr" fontAlgn="auto">
              <a:spcAft>
                <a:spcPts val="0"/>
              </a:spcAft>
              <a:buFont typeface="Arial" panose="020B0604020202020204" pitchFamily="34" charset="0"/>
              <a:buNone/>
              <a:defRPr/>
            </a:pPr>
            <a:r>
              <a:rPr lang="en-US" sz="4800" b="1" u="sng" dirty="0">
                <a:solidFill>
                  <a:schemeClr val="tx1"/>
                </a:solidFill>
              </a:rPr>
              <a:t>BRAIN STORMING</a:t>
            </a:r>
          </a:p>
          <a:p>
            <a:pPr fontAlgn="auto">
              <a:spcAft>
                <a:spcPts val="0"/>
              </a:spcAft>
              <a:defRPr/>
            </a:pPr>
            <a:r>
              <a:rPr lang="en-US" sz="2100" dirty="0">
                <a:solidFill>
                  <a:schemeClr val="tx1"/>
                </a:solidFill>
              </a:rPr>
              <a:t>Brainstorming is a method where team members openly share ideas in a group.</a:t>
            </a:r>
          </a:p>
          <a:p>
            <a:pPr fontAlgn="auto">
              <a:spcAft>
                <a:spcPts val="0"/>
              </a:spcAft>
              <a:defRPr/>
            </a:pPr>
            <a:r>
              <a:rPr lang="en-US" sz="2100" dirty="0">
                <a:solidFill>
                  <a:schemeClr val="tx1"/>
                </a:solidFill>
              </a:rPr>
              <a:t>Everyone is free to speak without fear of criticism.</a:t>
            </a:r>
          </a:p>
          <a:p>
            <a:pPr fontAlgn="auto">
              <a:spcAft>
                <a:spcPts val="0"/>
              </a:spcAft>
              <a:defRPr/>
            </a:pPr>
            <a:r>
              <a:rPr lang="en-US" sz="2100" dirty="0">
                <a:solidFill>
                  <a:schemeClr val="tx1"/>
                </a:solidFill>
              </a:rPr>
              <a:t> It helps generate a large number of creative solutions quickly.</a:t>
            </a:r>
          </a:p>
          <a:p>
            <a:pPr fontAlgn="auto">
              <a:spcAft>
                <a:spcPts val="0"/>
              </a:spcAft>
              <a:defRPr/>
            </a:pPr>
            <a:r>
              <a:rPr lang="en-US" sz="2100" dirty="0">
                <a:solidFill>
                  <a:schemeClr val="tx1"/>
                </a:solidFill>
              </a:rPr>
              <a:t>In this project, we discussed different ways to provide quick emergency help.</a:t>
            </a:r>
            <a:endParaRPr lang="en-US" sz="4800" dirty="0">
              <a:solidFill>
                <a:schemeClr val="tx1"/>
              </a:solidFill>
            </a:endParaRPr>
          </a:p>
          <a:p>
            <a:pPr marL="0" indent="0" fontAlgn="auto">
              <a:spcAft>
                <a:spcPts val="0"/>
              </a:spcAft>
              <a:buFont typeface="Arial" panose="020B0604020202020204" pitchFamily="34" charset="0"/>
              <a:buNone/>
              <a:defRPr/>
            </a:pPr>
            <a:endParaRPr lang="en-US" sz="4800" b="1" u="sng"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04D6-DDE0-216C-FDDD-CA1E03E79F97}"/>
              </a:ext>
            </a:extLst>
          </p:cNvPr>
          <p:cNvSpPr>
            <a:spLocks noGrp="1"/>
          </p:cNvSpPr>
          <p:nvPr>
            <p:ph type="title"/>
          </p:nvPr>
        </p:nvSpPr>
        <p:spPr/>
        <p:txBody>
          <a:bodyPr/>
          <a:lstStyle/>
          <a:p>
            <a:pPr algn="ctr" fontAlgn="auto">
              <a:spcAft>
                <a:spcPts val="0"/>
              </a:spcAft>
              <a:defRPr/>
            </a:pPr>
            <a:r>
              <a:rPr lang="en-US" sz="4800" b="1" u="sng" dirty="0"/>
              <a:t>Dot voting</a:t>
            </a:r>
          </a:p>
        </p:txBody>
      </p:sp>
      <p:sp>
        <p:nvSpPr>
          <p:cNvPr id="25602" name="Content Placeholder 2">
            <a:extLst>
              <a:ext uri="{FF2B5EF4-FFF2-40B4-BE49-F238E27FC236}">
                <a16:creationId xmlns:a16="http://schemas.microsoft.com/office/drawing/2014/main" id="{4609C054-2904-816D-CEE2-F0BDA6201AFD}"/>
              </a:ext>
            </a:extLst>
          </p:cNvPr>
          <p:cNvSpPr>
            <a:spLocks noGrp="1" noChangeArrowheads="1"/>
          </p:cNvSpPr>
          <p:nvPr>
            <p:ph idx="1"/>
          </p:nvPr>
        </p:nvSpPr>
        <p:spPr>
          <a:xfrm>
            <a:off x="1250950" y="1116013"/>
            <a:ext cx="10179050" cy="4764087"/>
          </a:xfrm>
        </p:spPr>
        <p:txBody>
          <a:bodyPr/>
          <a:lstStyle/>
          <a:p>
            <a:r>
              <a:rPr lang="en-US" altLang="en-US"/>
              <a:t>Dot voting is used to select the best ideas from a list.</a:t>
            </a:r>
          </a:p>
          <a:p>
            <a:r>
              <a:rPr lang="en-US" altLang="en-US"/>
              <a:t>Each member gets a limited number of votes (dots).</a:t>
            </a:r>
          </a:p>
          <a:p>
            <a:r>
              <a:rPr lang="en-US" altLang="en-US"/>
              <a:t>Ideas with the most votes are chosen as final solutions.</a:t>
            </a:r>
          </a:p>
          <a:p>
            <a:r>
              <a:rPr lang="en-US" altLang="en-US"/>
              <a:t>In this project, we selected the most effective emergency solution using this method.</a:t>
            </a:r>
          </a:p>
          <a:p>
            <a:endParaRPr lang="en-US" altLang="en-US"/>
          </a:p>
          <a:p>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C4167-94DA-C779-AF80-FB3E35E4D336}"/>
              </a:ext>
            </a:extLst>
          </p:cNvPr>
          <p:cNvSpPr>
            <a:spLocks noGrp="1"/>
          </p:cNvSpPr>
          <p:nvPr>
            <p:ph type="title"/>
          </p:nvPr>
        </p:nvSpPr>
        <p:spPr/>
        <p:txBody>
          <a:bodyPr/>
          <a:lstStyle/>
          <a:p>
            <a:pPr algn="ctr" fontAlgn="auto">
              <a:spcAft>
                <a:spcPts val="0"/>
              </a:spcAft>
              <a:defRPr/>
            </a:pPr>
            <a:r>
              <a:rPr lang="en-US" dirty="0"/>
              <a:t>ideation</a:t>
            </a:r>
          </a:p>
        </p:txBody>
      </p:sp>
      <p:sp>
        <p:nvSpPr>
          <p:cNvPr id="26626" name="Content Placeholder 2">
            <a:extLst>
              <a:ext uri="{FF2B5EF4-FFF2-40B4-BE49-F238E27FC236}">
                <a16:creationId xmlns:a16="http://schemas.microsoft.com/office/drawing/2014/main" id="{38C3007D-0006-D71F-D79D-BE924057AC5C}"/>
              </a:ext>
            </a:extLst>
          </p:cNvPr>
          <p:cNvSpPr>
            <a:spLocks noGrp="1" noChangeArrowheads="1"/>
          </p:cNvSpPr>
          <p:nvPr>
            <p:ph idx="1"/>
          </p:nvPr>
        </p:nvSpPr>
        <p:spPr>
          <a:xfrm>
            <a:off x="957263" y="1169988"/>
            <a:ext cx="10472737" cy="4710112"/>
          </a:xfrm>
        </p:spPr>
        <p:txBody>
          <a:bodyPr/>
          <a:lstStyle/>
          <a:p>
            <a:pPr marL="0" indent="0">
              <a:buFont typeface="Arial" panose="020B0604020202020204" pitchFamily="34" charset="0"/>
              <a:buNone/>
            </a:pPr>
            <a:r>
              <a:rPr lang="en-US" altLang="en-US">
                <a:solidFill>
                  <a:schemeClr val="tx1"/>
                </a:solidFill>
              </a:rPr>
              <a:t>The solution:</a:t>
            </a:r>
          </a:p>
          <a:p>
            <a:pPr marL="0" indent="0">
              <a:buFont typeface="Arial" panose="020B0604020202020204" pitchFamily="34" charset="0"/>
              <a:buNone/>
            </a:pPr>
            <a:r>
              <a:rPr lang="en-US" altLang="en-US">
                <a:solidFill>
                  <a:schemeClr val="tx1"/>
                </a:solidFill>
              </a:rPr>
              <a:t>          Ideation for the ResQux app focuses on generating practical solutions to reduce response time and simplify user actions during emergencies. Based on user needs, the idea is to create a   one-tap system that instantly connects users to emergency services while simultaneously sending live location and alerts to trusted contacts. Additional features like a fake call option, nearby services (hospitals, police, fire stations), voice activation, and automatic alert triggers are considered to handle different real-life situations. The goal of ideation is not to add too many features, but to prioritize speed, simplicity, and reliability, ensuring that even in panic situations, the user can take action within seconds without confusion.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C9CB-938A-220B-D232-E73261FB1EBD}"/>
              </a:ext>
            </a:extLst>
          </p:cNvPr>
          <p:cNvSpPr>
            <a:spLocks noGrp="1"/>
          </p:cNvSpPr>
          <p:nvPr>
            <p:ph type="title"/>
          </p:nvPr>
        </p:nvSpPr>
        <p:spPr/>
        <p:txBody>
          <a:bodyPr/>
          <a:lstStyle/>
          <a:p>
            <a:pPr algn="ctr" fontAlgn="auto">
              <a:spcAft>
                <a:spcPts val="0"/>
              </a:spcAft>
              <a:defRPr/>
            </a:pPr>
            <a:r>
              <a:rPr lang="en-US" sz="4400" u="sng" dirty="0"/>
              <a:t>F</a:t>
            </a:r>
            <a:r>
              <a:rPr lang="en-US" sz="4400" u="sng" cap="none" dirty="0"/>
              <a:t>eedback</a:t>
            </a:r>
            <a:r>
              <a:rPr lang="en-US" sz="4400" u="sng" dirty="0"/>
              <a:t>:</a:t>
            </a:r>
          </a:p>
        </p:txBody>
      </p:sp>
      <p:sp>
        <p:nvSpPr>
          <p:cNvPr id="27650" name="Content Placeholder 2">
            <a:extLst>
              <a:ext uri="{FF2B5EF4-FFF2-40B4-BE49-F238E27FC236}">
                <a16:creationId xmlns:a16="http://schemas.microsoft.com/office/drawing/2014/main" id="{2782473A-CC5D-A850-8793-34740E02A027}"/>
              </a:ext>
            </a:extLst>
          </p:cNvPr>
          <p:cNvSpPr>
            <a:spLocks noGrp="1" noChangeArrowheads="1"/>
          </p:cNvSpPr>
          <p:nvPr>
            <p:ph idx="1"/>
          </p:nvPr>
        </p:nvSpPr>
        <p:spPr/>
        <p:txBody>
          <a:bodyPr/>
          <a:lstStyle/>
          <a:p>
            <a:r>
              <a:rPr lang="en-US" altLang="en-US"/>
              <a:t>Feedback is the process of collecting users’ opinions after testing the solution.</a:t>
            </a:r>
          </a:p>
          <a:p>
            <a:r>
              <a:rPr lang="en-US" altLang="en-US"/>
              <a:t>It helps to understand whether the system is useful and easy to use.</a:t>
            </a:r>
          </a:p>
          <a:p>
            <a:r>
              <a:rPr lang="en-US" altLang="en-US"/>
              <a:t>Users share their problems, suggestions, and experiences.</a:t>
            </a:r>
          </a:p>
          <a:p>
            <a:r>
              <a:rPr lang="en-US" altLang="en-US"/>
              <a:t>Based on feedback, improvements are made to the system.</a:t>
            </a:r>
          </a:p>
          <a:p>
            <a:r>
              <a:rPr lang="en-US" altLang="en-US"/>
              <a:t>It ensures the final product meets user needs effectively.</a:t>
            </a:r>
          </a:p>
          <a:p>
            <a:endParaRPr lang="en-US" altLang="en-US"/>
          </a:p>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4A66-0D98-0759-9224-9D74313B5EB6}"/>
              </a:ext>
            </a:extLst>
          </p:cNvPr>
          <p:cNvSpPr>
            <a:spLocks noGrp="1"/>
          </p:cNvSpPr>
          <p:nvPr>
            <p:ph type="title"/>
          </p:nvPr>
        </p:nvSpPr>
        <p:spPr/>
        <p:txBody>
          <a:bodyPr/>
          <a:lstStyle/>
          <a:p>
            <a:pPr algn="ctr" fontAlgn="auto">
              <a:spcAft>
                <a:spcPts val="0"/>
              </a:spcAft>
              <a:defRPr/>
            </a:pPr>
            <a:r>
              <a:rPr lang="en-US" u="sng" dirty="0"/>
              <a:t>conclusion</a:t>
            </a:r>
          </a:p>
        </p:txBody>
      </p:sp>
      <p:sp>
        <p:nvSpPr>
          <p:cNvPr id="28674" name="Content Placeholder 2">
            <a:extLst>
              <a:ext uri="{FF2B5EF4-FFF2-40B4-BE49-F238E27FC236}">
                <a16:creationId xmlns:a16="http://schemas.microsoft.com/office/drawing/2014/main" id="{8BFD36CC-B913-AB31-AB3B-38AAEBB50286}"/>
              </a:ext>
            </a:extLst>
          </p:cNvPr>
          <p:cNvSpPr>
            <a:spLocks noGrp="1" noChangeArrowheads="1"/>
          </p:cNvSpPr>
          <p:nvPr>
            <p:ph idx="1"/>
          </p:nvPr>
        </p:nvSpPr>
        <p:spPr/>
        <p:txBody>
          <a:bodyPr/>
          <a:lstStyle/>
          <a:p>
            <a:r>
              <a:rPr lang="en-US" altLang="en-US"/>
              <a:t>Design Thinking helps to understand user problems and create effective solutions.</a:t>
            </a:r>
          </a:p>
          <a:p>
            <a:r>
              <a:rPr lang="en-US" altLang="en-US"/>
              <a:t>By using empathy, we understood the difficulties faced during emergencies.</a:t>
            </a:r>
          </a:p>
          <a:p>
            <a:r>
              <a:rPr lang="en-US" altLang="en-US"/>
              <a:t>Define stage helped us clearly identify the problem.</a:t>
            </a:r>
          </a:p>
          <a:p>
            <a:r>
              <a:rPr lang="en-US" altLang="en-US"/>
              <a:t>Ideate methods like brainstorming, brainwriting, and dot voting helped generate and select the best idea.</a:t>
            </a:r>
          </a:p>
          <a:p>
            <a:r>
              <a:rPr lang="en-US" altLang="en-US"/>
              <a:t>Feedback helped us improve the solution based on user experience.</a:t>
            </a:r>
          </a:p>
          <a:p>
            <a:r>
              <a:rPr lang="en-US" altLang="en-US"/>
              <a:t>Overall, this approach leads to a simple, fast, and user-friendly emergency help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Box 1">
            <a:extLst>
              <a:ext uri="{FF2B5EF4-FFF2-40B4-BE49-F238E27FC236}">
                <a16:creationId xmlns:a16="http://schemas.microsoft.com/office/drawing/2014/main" id="{E291F4A6-ABCD-9612-5D00-267AB56D987D}"/>
              </a:ext>
            </a:extLst>
          </p:cNvPr>
          <p:cNvSpPr txBox="1">
            <a:spLocks noChangeArrowheads="1"/>
          </p:cNvSpPr>
          <p:nvPr/>
        </p:nvSpPr>
        <p:spPr bwMode="auto">
          <a:xfrm>
            <a:off x="4140200" y="2239963"/>
            <a:ext cx="42164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77"/>
              </a:defRPr>
            </a:lvl1pPr>
            <a:lvl2pPr marL="742950" indent="-285750">
              <a:lnSpc>
                <a:spcPct val="110000"/>
              </a:lnSpc>
              <a:spcBef>
                <a:spcPts val="700"/>
              </a:spcBef>
              <a:buClr>
                <a:schemeClr val="tx2"/>
              </a:buClr>
              <a:buFont typeface="Gill Sans MT" panose="020B0502020104020203" pitchFamily="34" charset="77"/>
              <a:buChar char="–"/>
              <a:defRPr>
                <a:solidFill>
                  <a:srgbClr val="595959"/>
                </a:solidFill>
                <a:latin typeface="Gill Sans MT" panose="020B0502020104020203" pitchFamily="34" charset="77"/>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77"/>
              </a:defRPr>
            </a:lvl3pPr>
            <a:lvl4pPr marL="1600200" indent="-228600">
              <a:lnSpc>
                <a:spcPct val="110000"/>
              </a:lnSpc>
              <a:spcBef>
                <a:spcPts val="700"/>
              </a:spcBef>
              <a:buClr>
                <a:schemeClr val="tx2"/>
              </a:buClr>
              <a:buFont typeface="Gill Sans MT" panose="020B0502020104020203" pitchFamily="34" charset="77"/>
              <a:buChar char="–"/>
              <a:defRPr sz="1400">
                <a:solidFill>
                  <a:srgbClr val="595959"/>
                </a:solidFill>
                <a:latin typeface="Gill Sans MT" panose="020B0502020104020203" pitchFamily="34" charset="77"/>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77"/>
              </a:defRPr>
            </a:lvl5pPr>
            <a:lvl6pPr marL="2514600" indent="-228600" defTabSz="457200" fontAlgn="base">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77"/>
              </a:defRPr>
            </a:lvl6pPr>
            <a:lvl7pPr marL="2971800" indent="-228600" defTabSz="457200" fontAlgn="base">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77"/>
              </a:defRPr>
            </a:lvl7pPr>
            <a:lvl8pPr marL="3429000" indent="-228600" defTabSz="457200" fontAlgn="base">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77"/>
              </a:defRPr>
            </a:lvl8pPr>
            <a:lvl9pPr marL="3886200" indent="-228600" defTabSz="457200" fontAlgn="base">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77"/>
              </a:defRPr>
            </a:lvl9pPr>
          </a:lstStyle>
          <a:p>
            <a:pPr eaLnBrk="1" hangingPunct="1">
              <a:lnSpc>
                <a:spcPct val="100000"/>
              </a:lnSpc>
              <a:spcBef>
                <a:spcPct val="0"/>
              </a:spcBef>
              <a:buClrTx/>
              <a:buFontTx/>
              <a:buNone/>
            </a:pPr>
            <a:r>
              <a:rPr lang="en-US" altLang="en-US" sz="8800" b="1">
                <a:solidFill>
                  <a:schemeClr val="tx1"/>
                </a:solidFill>
                <a:latin typeface="AkayaKanadaka" panose="02010502080401010103" pitchFamily="2" charset="77"/>
                <a:cs typeface="AkayaKanadaka" panose="02010502080401010103" pitchFamily="2" charset="77"/>
              </a:rPr>
              <a:t>Thank </a:t>
            </a:r>
          </a:p>
          <a:p>
            <a:pPr eaLnBrk="1" hangingPunct="1">
              <a:lnSpc>
                <a:spcPct val="100000"/>
              </a:lnSpc>
              <a:spcBef>
                <a:spcPct val="0"/>
              </a:spcBef>
              <a:buClrTx/>
              <a:buFontTx/>
              <a:buNone/>
            </a:pPr>
            <a:r>
              <a:rPr lang="en-US" altLang="en-US" sz="8800" b="1">
                <a:solidFill>
                  <a:schemeClr val="tx1"/>
                </a:solidFill>
                <a:latin typeface="AkayaKanadaka" panose="02010502080401010103" pitchFamily="2" charset="77"/>
                <a:cs typeface="AkayaKanadaka" panose="02010502080401010103" pitchFamily="2" charset="77"/>
              </a:rPr>
              <a:t>     you!!</a:t>
            </a:r>
          </a:p>
        </p:txBody>
      </p:sp>
    </p:spTree>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Override1.xml><?xml version="1.0" encoding="utf-8"?>
<a:themeOverride xmlns:a="http://schemas.openxmlformats.org/drawingml/2006/main">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themeOverride>
</file>