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34" y="1507579"/>
            <a:ext cx="12916535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0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484104"/>
            <a:ext cx="1831340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5483" y="2259663"/>
            <a:ext cx="10666730" cy="696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jpg"/><Relationship Id="rId3" Type="http://schemas.openxmlformats.org/officeDocument/2006/relationships/image" Target="../media/image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8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Relationship Id="rId3" Type="http://schemas.openxmlformats.org/officeDocument/2006/relationships/image" Target="../media/image1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Relationship Id="rId3" Type="http://schemas.openxmlformats.org/officeDocument/2006/relationships/image" Target="../media/image1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1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" y="2326356"/>
            <a:ext cx="5574030" cy="970280"/>
          </a:xfrm>
          <a:custGeom>
            <a:avLst/>
            <a:gdLst/>
            <a:ahLst/>
            <a:cxnLst/>
            <a:rect l="l" t="t" r="r" b="b"/>
            <a:pathLst>
              <a:path w="5574030" h="970279">
                <a:moveTo>
                  <a:pt x="4324016" y="553719"/>
                </a:moveTo>
                <a:lnTo>
                  <a:pt x="4024463" y="553719"/>
                </a:lnTo>
                <a:lnTo>
                  <a:pt x="4102759" y="551179"/>
                </a:lnTo>
                <a:lnTo>
                  <a:pt x="4193851" y="544829"/>
                </a:lnTo>
                <a:lnTo>
                  <a:pt x="4296719" y="534669"/>
                </a:lnTo>
                <a:lnTo>
                  <a:pt x="4347723" y="527049"/>
                </a:lnTo>
                <a:lnTo>
                  <a:pt x="4448886" y="509269"/>
                </a:lnTo>
                <a:lnTo>
                  <a:pt x="4499053" y="499109"/>
                </a:lnTo>
                <a:lnTo>
                  <a:pt x="4598580" y="473709"/>
                </a:lnTo>
                <a:lnTo>
                  <a:pt x="4647946" y="459739"/>
                </a:lnTo>
                <a:lnTo>
                  <a:pt x="4697053" y="443229"/>
                </a:lnTo>
                <a:lnTo>
                  <a:pt x="4794504" y="407669"/>
                </a:lnTo>
                <a:lnTo>
                  <a:pt x="4842878" y="387349"/>
                </a:lnTo>
                <a:lnTo>
                  <a:pt x="4985341" y="322579"/>
                </a:lnTo>
                <a:lnTo>
                  <a:pt x="5032046" y="298449"/>
                </a:lnTo>
                <a:lnTo>
                  <a:pt x="5078411" y="275589"/>
                </a:lnTo>
                <a:lnTo>
                  <a:pt x="5124468" y="250189"/>
                </a:lnTo>
                <a:lnTo>
                  <a:pt x="5170246" y="226059"/>
                </a:lnTo>
                <a:lnTo>
                  <a:pt x="5261093" y="175259"/>
                </a:lnTo>
                <a:lnTo>
                  <a:pt x="5351199" y="121919"/>
                </a:lnTo>
                <a:lnTo>
                  <a:pt x="5396052" y="96519"/>
                </a:lnTo>
                <a:lnTo>
                  <a:pt x="5440812" y="68579"/>
                </a:lnTo>
                <a:lnTo>
                  <a:pt x="5485511" y="41909"/>
                </a:lnTo>
                <a:lnTo>
                  <a:pt x="5496763" y="35559"/>
                </a:lnTo>
                <a:lnTo>
                  <a:pt x="5507990" y="27939"/>
                </a:lnTo>
                <a:lnTo>
                  <a:pt x="5519408" y="21589"/>
                </a:lnTo>
                <a:lnTo>
                  <a:pt x="5531231" y="15239"/>
                </a:lnTo>
                <a:lnTo>
                  <a:pt x="5538012" y="11429"/>
                </a:lnTo>
                <a:lnTo>
                  <a:pt x="5545090" y="6349"/>
                </a:lnTo>
                <a:lnTo>
                  <a:pt x="5552288" y="2539"/>
                </a:lnTo>
                <a:lnTo>
                  <a:pt x="5559425" y="0"/>
                </a:lnTo>
                <a:lnTo>
                  <a:pt x="5563744" y="0"/>
                </a:lnTo>
                <a:lnTo>
                  <a:pt x="5567935" y="2539"/>
                </a:lnTo>
                <a:lnTo>
                  <a:pt x="5571871" y="10159"/>
                </a:lnTo>
                <a:lnTo>
                  <a:pt x="5573808" y="21589"/>
                </a:lnTo>
                <a:lnTo>
                  <a:pt x="5567458" y="29209"/>
                </a:lnTo>
                <a:lnTo>
                  <a:pt x="5557155" y="34289"/>
                </a:lnTo>
                <a:lnTo>
                  <a:pt x="5547233" y="39369"/>
                </a:lnTo>
                <a:lnTo>
                  <a:pt x="5502762" y="66039"/>
                </a:lnTo>
                <a:lnTo>
                  <a:pt x="5458249" y="91439"/>
                </a:lnTo>
                <a:lnTo>
                  <a:pt x="5413693" y="118109"/>
                </a:lnTo>
                <a:lnTo>
                  <a:pt x="5279771" y="194309"/>
                </a:lnTo>
                <a:lnTo>
                  <a:pt x="5193189" y="242569"/>
                </a:lnTo>
                <a:lnTo>
                  <a:pt x="5061693" y="311149"/>
                </a:lnTo>
                <a:lnTo>
                  <a:pt x="4972749" y="354329"/>
                </a:lnTo>
                <a:lnTo>
                  <a:pt x="4882620" y="394969"/>
                </a:lnTo>
                <a:lnTo>
                  <a:pt x="4837068" y="414019"/>
                </a:lnTo>
                <a:lnTo>
                  <a:pt x="4744904" y="449579"/>
                </a:lnTo>
                <a:lnTo>
                  <a:pt x="4698258" y="466089"/>
                </a:lnTo>
                <a:lnTo>
                  <a:pt x="4603750" y="496569"/>
                </a:lnTo>
                <a:lnTo>
                  <a:pt x="4554444" y="510539"/>
                </a:lnTo>
                <a:lnTo>
                  <a:pt x="4504835" y="521969"/>
                </a:lnTo>
                <a:lnTo>
                  <a:pt x="4404789" y="542289"/>
                </a:lnTo>
                <a:lnTo>
                  <a:pt x="4354390" y="549909"/>
                </a:lnTo>
                <a:lnTo>
                  <a:pt x="4324016" y="553719"/>
                </a:lnTo>
                <a:close/>
              </a:path>
              <a:path w="5574030" h="970279">
                <a:moveTo>
                  <a:pt x="0" y="970279"/>
                </a:moveTo>
                <a:lnTo>
                  <a:pt x="0" y="937259"/>
                </a:lnTo>
                <a:lnTo>
                  <a:pt x="40133" y="902969"/>
                </a:lnTo>
                <a:lnTo>
                  <a:pt x="80343" y="869949"/>
                </a:lnTo>
                <a:lnTo>
                  <a:pt x="120687" y="835659"/>
                </a:lnTo>
                <a:lnTo>
                  <a:pt x="202009" y="769619"/>
                </a:lnTo>
                <a:lnTo>
                  <a:pt x="284559" y="706119"/>
                </a:lnTo>
                <a:lnTo>
                  <a:pt x="326438" y="674369"/>
                </a:lnTo>
                <a:lnTo>
                  <a:pt x="411691" y="613409"/>
                </a:lnTo>
                <a:lnTo>
                  <a:pt x="455180" y="584199"/>
                </a:lnTo>
                <a:lnTo>
                  <a:pt x="499321" y="556259"/>
                </a:lnTo>
                <a:lnTo>
                  <a:pt x="544171" y="528319"/>
                </a:lnTo>
                <a:lnTo>
                  <a:pt x="589788" y="501649"/>
                </a:lnTo>
                <a:lnTo>
                  <a:pt x="676184" y="455929"/>
                </a:lnTo>
                <a:lnTo>
                  <a:pt x="720043" y="434339"/>
                </a:lnTo>
                <a:lnTo>
                  <a:pt x="764453" y="414019"/>
                </a:lnTo>
                <a:lnTo>
                  <a:pt x="809499" y="396239"/>
                </a:lnTo>
                <a:lnTo>
                  <a:pt x="855265" y="379729"/>
                </a:lnTo>
                <a:lnTo>
                  <a:pt x="901833" y="365759"/>
                </a:lnTo>
                <a:lnTo>
                  <a:pt x="949287" y="354329"/>
                </a:lnTo>
                <a:lnTo>
                  <a:pt x="997712" y="346709"/>
                </a:lnTo>
                <a:lnTo>
                  <a:pt x="1053417" y="340359"/>
                </a:lnTo>
                <a:lnTo>
                  <a:pt x="1081026" y="339089"/>
                </a:lnTo>
                <a:lnTo>
                  <a:pt x="1108456" y="339089"/>
                </a:lnTo>
                <a:lnTo>
                  <a:pt x="1158212" y="340359"/>
                </a:lnTo>
                <a:lnTo>
                  <a:pt x="1206996" y="346709"/>
                </a:lnTo>
                <a:lnTo>
                  <a:pt x="1254626" y="358139"/>
                </a:lnTo>
                <a:lnTo>
                  <a:pt x="1270059" y="363219"/>
                </a:lnTo>
                <a:lnTo>
                  <a:pt x="1093470" y="363219"/>
                </a:lnTo>
                <a:lnTo>
                  <a:pt x="1040758" y="365759"/>
                </a:lnTo>
                <a:lnTo>
                  <a:pt x="989071" y="372109"/>
                </a:lnTo>
                <a:lnTo>
                  <a:pt x="938313" y="382269"/>
                </a:lnTo>
                <a:lnTo>
                  <a:pt x="888390" y="396239"/>
                </a:lnTo>
                <a:lnTo>
                  <a:pt x="839205" y="412749"/>
                </a:lnTo>
                <a:lnTo>
                  <a:pt x="790664" y="431799"/>
                </a:lnTo>
                <a:lnTo>
                  <a:pt x="695134" y="474979"/>
                </a:lnTo>
                <a:lnTo>
                  <a:pt x="647954" y="499109"/>
                </a:lnTo>
                <a:lnTo>
                  <a:pt x="601635" y="524509"/>
                </a:lnTo>
                <a:lnTo>
                  <a:pt x="511390" y="577849"/>
                </a:lnTo>
                <a:lnTo>
                  <a:pt x="467347" y="607059"/>
                </a:lnTo>
                <a:lnTo>
                  <a:pt x="381126" y="665479"/>
                </a:lnTo>
                <a:lnTo>
                  <a:pt x="338833" y="697229"/>
                </a:lnTo>
                <a:lnTo>
                  <a:pt x="297006" y="727709"/>
                </a:lnTo>
                <a:lnTo>
                  <a:pt x="255588" y="760729"/>
                </a:lnTo>
                <a:lnTo>
                  <a:pt x="214521" y="792479"/>
                </a:lnTo>
                <a:lnTo>
                  <a:pt x="173745" y="825499"/>
                </a:lnTo>
                <a:lnTo>
                  <a:pt x="133203" y="859789"/>
                </a:lnTo>
                <a:lnTo>
                  <a:pt x="92837" y="892809"/>
                </a:lnTo>
                <a:lnTo>
                  <a:pt x="92710" y="892809"/>
                </a:lnTo>
                <a:lnTo>
                  <a:pt x="69490" y="911859"/>
                </a:lnTo>
                <a:lnTo>
                  <a:pt x="46307" y="932179"/>
                </a:lnTo>
                <a:lnTo>
                  <a:pt x="0" y="970279"/>
                </a:lnTo>
                <a:close/>
              </a:path>
              <a:path w="5574030" h="970279">
                <a:moveTo>
                  <a:pt x="1367282" y="876299"/>
                </a:moveTo>
                <a:lnTo>
                  <a:pt x="1363599" y="876299"/>
                </a:lnTo>
                <a:lnTo>
                  <a:pt x="1322101" y="868679"/>
                </a:lnTo>
                <a:lnTo>
                  <a:pt x="1291844" y="845819"/>
                </a:lnTo>
                <a:lnTo>
                  <a:pt x="1275302" y="810259"/>
                </a:lnTo>
                <a:lnTo>
                  <a:pt x="1274974" y="770889"/>
                </a:lnTo>
                <a:lnTo>
                  <a:pt x="1274953" y="768349"/>
                </a:lnTo>
                <a:lnTo>
                  <a:pt x="1289885" y="716279"/>
                </a:lnTo>
                <a:lnTo>
                  <a:pt x="1313242" y="670559"/>
                </a:lnTo>
                <a:lnTo>
                  <a:pt x="1343725" y="629919"/>
                </a:lnTo>
                <a:lnTo>
                  <a:pt x="1380035" y="593089"/>
                </a:lnTo>
                <a:lnTo>
                  <a:pt x="1420876" y="560069"/>
                </a:lnTo>
                <a:lnTo>
                  <a:pt x="1437491" y="546099"/>
                </a:lnTo>
                <a:lnTo>
                  <a:pt x="1444736" y="532129"/>
                </a:lnTo>
                <a:lnTo>
                  <a:pt x="1442432" y="516889"/>
                </a:lnTo>
                <a:lnTo>
                  <a:pt x="1430401" y="499109"/>
                </a:lnTo>
                <a:lnTo>
                  <a:pt x="1395265" y="463549"/>
                </a:lnTo>
                <a:lnTo>
                  <a:pt x="1357042" y="434339"/>
                </a:lnTo>
                <a:lnTo>
                  <a:pt x="1315926" y="410209"/>
                </a:lnTo>
                <a:lnTo>
                  <a:pt x="1272112" y="392429"/>
                </a:lnTo>
                <a:lnTo>
                  <a:pt x="1225792" y="378459"/>
                </a:lnTo>
                <a:lnTo>
                  <a:pt x="1177163" y="369569"/>
                </a:lnTo>
                <a:lnTo>
                  <a:pt x="1134983" y="364489"/>
                </a:lnTo>
                <a:lnTo>
                  <a:pt x="1114137" y="364489"/>
                </a:lnTo>
                <a:lnTo>
                  <a:pt x="1093470" y="363219"/>
                </a:lnTo>
                <a:lnTo>
                  <a:pt x="1270059" y="363219"/>
                </a:lnTo>
                <a:lnTo>
                  <a:pt x="1300924" y="373379"/>
                </a:lnTo>
                <a:lnTo>
                  <a:pt x="1345709" y="396239"/>
                </a:lnTo>
                <a:lnTo>
                  <a:pt x="1388801" y="424179"/>
                </a:lnTo>
                <a:lnTo>
                  <a:pt x="1430020" y="459739"/>
                </a:lnTo>
                <a:lnTo>
                  <a:pt x="1453531" y="495299"/>
                </a:lnTo>
                <a:lnTo>
                  <a:pt x="1466221" y="509269"/>
                </a:lnTo>
                <a:lnTo>
                  <a:pt x="1484122" y="515619"/>
                </a:lnTo>
                <a:lnTo>
                  <a:pt x="1541810" y="515619"/>
                </a:lnTo>
                <a:lnTo>
                  <a:pt x="1517396" y="527049"/>
                </a:lnTo>
                <a:lnTo>
                  <a:pt x="1502297" y="535939"/>
                </a:lnTo>
                <a:lnTo>
                  <a:pt x="1494615" y="544829"/>
                </a:lnTo>
                <a:lnTo>
                  <a:pt x="1493339" y="557529"/>
                </a:lnTo>
                <a:lnTo>
                  <a:pt x="1465834" y="557529"/>
                </a:lnTo>
                <a:lnTo>
                  <a:pt x="1424875" y="585469"/>
                </a:lnTo>
                <a:lnTo>
                  <a:pt x="1388036" y="617219"/>
                </a:lnTo>
                <a:lnTo>
                  <a:pt x="1355904" y="651509"/>
                </a:lnTo>
                <a:lnTo>
                  <a:pt x="1329064" y="690879"/>
                </a:lnTo>
                <a:lnTo>
                  <a:pt x="1308100" y="735329"/>
                </a:lnTo>
                <a:lnTo>
                  <a:pt x="1299297" y="770889"/>
                </a:lnTo>
                <a:lnTo>
                  <a:pt x="1300359" y="801369"/>
                </a:lnTo>
                <a:lnTo>
                  <a:pt x="1300448" y="803909"/>
                </a:lnTo>
                <a:lnTo>
                  <a:pt x="1328801" y="847089"/>
                </a:lnTo>
                <a:lnTo>
                  <a:pt x="1348732" y="853439"/>
                </a:lnTo>
                <a:lnTo>
                  <a:pt x="1430475" y="853439"/>
                </a:lnTo>
                <a:lnTo>
                  <a:pt x="1424098" y="858519"/>
                </a:lnTo>
                <a:lnTo>
                  <a:pt x="1397946" y="871219"/>
                </a:lnTo>
                <a:lnTo>
                  <a:pt x="1367282" y="876299"/>
                </a:lnTo>
                <a:close/>
              </a:path>
              <a:path w="5574030" h="970279">
                <a:moveTo>
                  <a:pt x="1541810" y="515619"/>
                </a:moveTo>
                <a:lnTo>
                  <a:pt x="1484503" y="515619"/>
                </a:lnTo>
                <a:lnTo>
                  <a:pt x="1502374" y="511809"/>
                </a:lnTo>
                <a:lnTo>
                  <a:pt x="1520126" y="504189"/>
                </a:lnTo>
                <a:lnTo>
                  <a:pt x="1556131" y="483869"/>
                </a:lnTo>
                <a:lnTo>
                  <a:pt x="1602219" y="467359"/>
                </a:lnTo>
                <a:lnTo>
                  <a:pt x="1648825" y="452119"/>
                </a:lnTo>
                <a:lnTo>
                  <a:pt x="1743424" y="429259"/>
                </a:lnTo>
                <a:lnTo>
                  <a:pt x="1839595" y="414019"/>
                </a:lnTo>
                <a:lnTo>
                  <a:pt x="1937004" y="403859"/>
                </a:lnTo>
                <a:lnTo>
                  <a:pt x="1987869" y="400049"/>
                </a:lnTo>
                <a:lnTo>
                  <a:pt x="2038747" y="397509"/>
                </a:lnTo>
                <a:lnTo>
                  <a:pt x="2089648" y="396239"/>
                </a:lnTo>
                <a:lnTo>
                  <a:pt x="2198878" y="396239"/>
                </a:lnTo>
                <a:lnTo>
                  <a:pt x="2251174" y="397509"/>
                </a:lnTo>
                <a:lnTo>
                  <a:pt x="2460101" y="407669"/>
                </a:lnTo>
                <a:lnTo>
                  <a:pt x="2564441" y="415289"/>
                </a:lnTo>
                <a:lnTo>
                  <a:pt x="2616588" y="420369"/>
                </a:lnTo>
                <a:lnTo>
                  <a:pt x="2160905" y="420369"/>
                </a:lnTo>
                <a:lnTo>
                  <a:pt x="2120763" y="421639"/>
                </a:lnTo>
                <a:lnTo>
                  <a:pt x="2080561" y="421639"/>
                </a:lnTo>
                <a:lnTo>
                  <a:pt x="2040336" y="422909"/>
                </a:lnTo>
                <a:lnTo>
                  <a:pt x="2000123" y="422909"/>
                </a:lnTo>
                <a:lnTo>
                  <a:pt x="1950269" y="425449"/>
                </a:lnTo>
                <a:lnTo>
                  <a:pt x="1900639" y="429259"/>
                </a:lnTo>
                <a:lnTo>
                  <a:pt x="1851280" y="434339"/>
                </a:lnTo>
                <a:lnTo>
                  <a:pt x="1802241" y="440689"/>
                </a:lnTo>
                <a:lnTo>
                  <a:pt x="1753568" y="449579"/>
                </a:lnTo>
                <a:lnTo>
                  <a:pt x="1705311" y="459739"/>
                </a:lnTo>
                <a:lnTo>
                  <a:pt x="1657517" y="472439"/>
                </a:lnTo>
                <a:lnTo>
                  <a:pt x="1610235" y="487679"/>
                </a:lnTo>
                <a:lnTo>
                  <a:pt x="1563512" y="505459"/>
                </a:lnTo>
                <a:lnTo>
                  <a:pt x="1541810" y="515619"/>
                </a:lnTo>
                <a:close/>
              </a:path>
              <a:path w="5574030" h="970279">
                <a:moveTo>
                  <a:pt x="3982974" y="574039"/>
                </a:moveTo>
                <a:lnTo>
                  <a:pt x="3901819" y="574039"/>
                </a:lnTo>
                <a:lnTo>
                  <a:pt x="3848045" y="572769"/>
                </a:lnTo>
                <a:lnTo>
                  <a:pt x="3742350" y="567689"/>
                </a:lnTo>
                <a:lnTo>
                  <a:pt x="3638661" y="560069"/>
                </a:lnTo>
                <a:lnTo>
                  <a:pt x="3536420" y="549909"/>
                </a:lnTo>
                <a:lnTo>
                  <a:pt x="3238889" y="511809"/>
                </a:lnTo>
                <a:lnTo>
                  <a:pt x="3190275" y="506729"/>
                </a:lnTo>
                <a:lnTo>
                  <a:pt x="3141644" y="500379"/>
                </a:lnTo>
                <a:lnTo>
                  <a:pt x="3044370" y="490219"/>
                </a:lnTo>
                <a:lnTo>
                  <a:pt x="2995743" y="483869"/>
                </a:lnTo>
                <a:lnTo>
                  <a:pt x="2947135" y="478789"/>
                </a:lnTo>
                <a:lnTo>
                  <a:pt x="2800903" y="459739"/>
                </a:lnTo>
                <a:lnTo>
                  <a:pt x="2604297" y="439419"/>
                </a:lnTo>
                <a:lnTo>
                  <a:pt x="2505885" y="431799"/>
                </a:lnTo>
                <a:lnTo>
                  <a:pt x="2358136" y="424179"/>
                </a:lnTo>
                <a:lnTo>
                  <a:pt x="2259552" y="421639"/>
                </a:lnTo>
                <a:lnTo>
                  <a:pt x="2210237" y="421639"/>
                </a:lnTo>
                <a:lnTo>
                  <a:pt x="2160905" y="420369"/>
                </a:lnTo>
                <a:lnTo>
                  <a:pt x="2616588" y="420369"/>
                </a:lnTo>
                <a:lnTo>
                  <a:pt x="2668723" y="424179"/>
                </a:lnTo>
                <a:lnTo>
                  <a:pt x="2773594" y="434339"/>
                </a:lnTo>
                <a:lnTo>
                  <a:pt x="2826300" y="440689"/>
                </a:lnTo>
                <a:lnTo>
                  <a:pt x="2878973" y="445769"/>
                </a:lnTo>
                <a:lnTo>
                  <a:pt x="3089486" y="471169"/>
                </a:lnTo>
                <a:lnTo>
                  <a:pt x="3142107" y="476249"/>
                </a:lnTo>
                <a:lnTo>
                  <a:pt x="3239244" y="488949"/>
                </a:lnTo>
                <a:lnTo>
                  <a:pt x="3287761" y="496569"/>
                </a:lnTo>
                <a:lnTo>
                  <a:pt x="3336274" y="502919"/>
                </a:lnTo>
                <a:lnTo>
                  <a:pt x="3384805" y="510539"/>
                </a:lnTo>
                <a:lnTo>
                  <a:pt x="3482009" y="523239"/>
                </a:lnTo>
                <a:lnTo>
                  <a:pt x="3530727" y="528319"/>
                </a:lnTo>
                <a:lnTo>
                  <a:pt x="3581181" y="532129"/>
                </a:lnTo>
                <a:lnTo>
                  <a:pt x="3631626" y="537209"/>
                </a:lnTo>
                <a:lnTo>
                  <a:pt x="3732533" y="544829"/>
                </a:lnTo>
                <a:lnTo>
                  <a:pt x="3884093" y="552449"/>
                </a:lnTo>
                <a:lnTo>
                  <a:pt x="3934708" y="553719"/>
                </a:lnTo>
                <a:lnTo>
                  <a:pt x="4324016" y="553719"/>
                </a:lnTo>
                <a:lnTo>
                  <a:pt x="4303766" y="556259"/>
                </a:lnTo>
                <a:lnTo>
                  <a:pt x="4201922" y="566419"/>
                </a:lnTo>
                <a:lnTo>
                  <a:pt x="4143280" y="570229"/>
                </a:lnTo>
                <a:lnTo>
                  <a:pt x="3982974" y="574039"/>
                </a:lnTo>
                <a:close/>
              </a:path>
              <a:path w="5574030" h="970279">
                <a:moveTo>
                  <a:pt x="1430475" y="853439"/>
                </a:moveTo>
                <a:lnTo>
                  <a:pt x="1356106" y="853439"/>
                </a:lnTo>
                <a:lnTo>
                  <a:pt x="1379087" y="849629"/>
                </a:lnTo>
                <a:lnTo>
                  <a:pt x="1402508" y="840739"/>
                </a:lnTo>
                <a:lnTo>
                  <a:pt x="1424668" y="825499"/>
                </a:lnTo>
                <a:lnTo>
                  <a:pt x="1443863" y="805179"/>
                </a:lnTo>
                <a:lnTo>
                  <a:pt x="1447292" y="801369"/>
                </a:lnTo>
                <a:lnTo>
                  <a:pt x="1449451" y="795019"/>
                </a:lnTo>
                <a:lnTo>
                  <a:pt x="1452499" y="789939"/>
                </a:lnTo>
                <a:lnTo>
                  <a:pt x="1474527" y="745489"/>
                </a:lnTo>
                <a:lnTo>
                  <a:pt x="1485557" y="699769"/>
                </a:lnTo>
                <a:lnTo>
                  <a:pt x="1486908" y="652779"/>
                </a:lnTo>
                <a:lnTo>
                  <a:pt x="1479894" y="605789"/>
                </a:lnTo>
                <a:lnTo>
                  <a:pt x="1465834" y="557529"/>
                </a:lnTo>
                <a:lnTo>
                  <a:pt x="1493339" y="557529"/>
                </a:lnTo>
                <a:lnTo>
                  <a:pt x="1497457" y="574039"/>
                </a:lnTo>
                <a:lnTo>
                  <a:pt x="1510418" y="624839"/>
                </a:lnTo>
                <a:lnTo>
                  <a:pt x="1514217" y="674369"/>
                </a:lnTo>
                <a:lnTo>
                  <a:pt x="1508347" y="723899"/>
                </a:lnTo>
                <a:lnTo>
                  <a:pt x="1492304" y="770889"/>
                </a:lnTo>
                <a:lnTo>
                  <a:pt x="1465580" y="816609"/>
                </a:lnTo>
                <a:lnTo>
                  <a:pt x="1446417" y="840739"/>
                </a:lnTo>
                <a:lnTo>
                  <a:pt x="1430475" y="853439"/>
                </a:lnTo>
                <a:close/>
              </a:path>
            </a:pathLst>
          </a:custGeom>
          <a:solidFill>
            <a:srgbClr val="2017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3" y="6640474"/>
            <a:ext cx="3237865" cy="3646804"/>
          </a:xfrm>
          <a:custGeom>
            <a:avLst/>
            <a:gdLst/>
            <a:ahLst/>
            <a:cxnLst/>
            <a:rect l="l" t="t" r="r" b="b"/>
            <a:pathLst>
              <a:path w="3237865" h="3646804">
                <a:moveTo>
                  <a:pt x="3237857" y="3646525"/>
                </a:moveTo>
                <a:lnTo>
                  <a:pt x="0" y="3646525"/>
                </a:lnTo>
                <a:lnTo>
                  <a:pt x="3" y="0"/>
                </a:lnTo>
                <a:lnTo>
                  <a:pt x="66563" y="15748"/>
                </a:lnTo>
                <a:lnTo>
                  <a:pt x="119125" y="54737"/>
                </a:lnTo>
                <a:lnTo>
                  <a:pt x="146129" y="123507"/>
                </a:lnTo>
                <a:lnTo>
                  <a:pt x="149290" y="161786"/>
                </a:lnTo>
                <a:lnTo>
                  <a:pt x="149224" y="200278"/>
                </a:lnTo>
                <a:lnTo>
                  <a:pt x="129031" y="1141221"/>
                </a:lnTo>
                <a:lnTo>
                  <a:pt x="128692" y="1190763"/>
                </a:lnTo>
                <a:lnTo>
                  <a:pt x="131841" y="1240186"/>
                </a:lnTo>
                <a:lnTo>
                  <a:pt x="141586" y="1287846"/>
                </a:lnTo>
                <a:lnTo>
                  <a:pt x="161035" y="1332102"/>
                </a:lnTo>
                <a:lnTo>
                  <a:pt x="190407" y="1369071"/>
                </a:lnTo>
                <a:lnTo>
                  <a:pt x="227159" y="1397309"/>
                </a:lnTo>
                <a:lnTo>
                  <a:pt x="269683" y="1418053"/>
                </a:lnTo>
                <a:lnTo>
                  <a:pt x="316370" y="1432542"/>
                </a:lnTo>
                <a:lnTo>
                  <a:pt x="365612" y="1442012"/>
                </a:lnTo>
                <a:lnTo>
                  <a:pt x="415800" y="1447702"/>
                </a:lnTo>
                <a:lnTo>
                  <a:pt x="465327" y="1450847"/>
                </a:lnTo>
                <a:lnTo>
                  <a:pt x="1060087" y="1479279"/>
                </a:lnTo>
                <a:lnTo>
                  <a:pt x="1158835" y="1485107"/>
                </a:lnTo>
                <a:lnTo>
                  <a:pt x="1208329" y="1488872"/>
                </a:lnTo>
                <a:lnTo>
                  <a:pt x="1257762" y="1493430"/>
                </a:lnTo>
                <a:lnTo>
                  <a:pt x="1307029" y="1498946"/>
                </a:lnTo>
                <a:lnTo>
                  <a:pt x="1356025" y="1505588"/>
                </a:lnTo>
                <a:lnTo>
                  <a:pt x="1404643" y="1513524"/>
                </a:lnTo>
                <a:lnTo>
                  <a:pt x="1452779" y="1522922"/>
                </a:lnTo>
                <a:lnTo>
                  <a:pt x="1500327" y="1533948"/>
                </a:lnTo>
                <a:lnTo>
                  <a:pt x="1547182" y="1546771"/>
                </a:lnTo>
                <a:lnTo>
                  <a:pt x="1593237" y="1561557"/>
                </a:lnTo>
                <a:lnTo>
                  <a:pt x="1638389" y="1578475"/>
                </a:lnTo>
                <a:lnTo>
                  <a:pt x="1682530" y="1597692"/>
                </a:lnTo>
                <a:lnTo>
                  <a:pt x="1725556" y="1619375"/>
                </a:lnTo>
                <a:lnTo>
                  <a:pt x="1767361" y="1643693"/>
                </a:lnTo>
                <a:lnTo>
                  <a:pt x="1807840" y="1670811"/>
                </a:lnTo>
                <a:lnTo>
                  <a:pt x="1844268" y="1699571"/>
                </a:lnTo>
                <a:lnTo>
                  <a:pt x="1878286" y="1731630"/>
                </a:lnTo>
                <a:lnTo>
                  <a:pt x="1909711" y="1766617"/>
                </a:lnTo>
                <a:lnTo>
                  <a:pt x="1938357" y="1804162"/>
                </a:lnTo>
                <a:lnTo>
                  <a:pt x="1964040" y="1843895"/>
                </a:lnTo>
                <a:lnTo>
                  <a:pt x="1986576" y="1885446"/>
                </a:lnTo>
                <a:lnTo>
                  <a:pt x="2005780" y="1928443"/>
                </a:lnTo>
                <a:lnTo>
                  <a:pt x="2021468" y="1972517"/>
                </a:lnTo>
                <a:lnTo>
                  <a:pt x="2033455" y="2017298"/>
                </a:lnTo>
                <a:lnTo>
                  <a:pt x="2041557" y="2062416"/>
                </a:lnTo>
                <a:lnTo>
                  <a:pt x="2045590" y="2107499"/>
                </a:lnTo>
                <a:lnTo>
                  <a:pt x="2045368" y="2152178"/>
                </a:lnTo>
                <a:lnTo>
                  <a:pt x="2040707" y="2196083"/>
                </a:lnTo>
                <a:lnTo>
                  <a:pt x="2031423" y="2238842"/>
                </a:lnTo>
                <a:lnTo>
                  <a:pt x="2017331" y="2280087"/>
                </a:lnTo>
                <a:lnTo>
                  <a:pt x="1998247" y="2319446"/>
                </a:lnTo>
                <a:lnTo>
                  <a:pt x="1973987" y="2356550"/>
                </a:lnTo>
                <a:lnTo>
                  <a:pt x="1944365" y="2391027"/>
                </a:lnTo>
                <a:lnTo>
                  <a:pt x="1906952" y="2424551"/>
                </a:lnTo>
                <a:lnTo>
                  <a:pt x="1866185" y="2453454"/>
                </a:lnTo>
                <a:lnTo>
                  <a:pt x="1822828" y="2478817"/>
                </a:lnTo>
                <a:lnTo>
                  <a:pt x="1777646" y="2501724"/>
                </a:lnTo>
                <a:lnTo>
                  <a:pt x="1684869" y="2544493"/>
                </a:lnTo>
                <a:lnTo>
                  <a:pt x="1638803" y="2566520"/>
                </a:lnTo>
                <a:lnTo>
                  <a:pt x="1593973" y="2590417"/>
                </a:lnTo>
                <a:lnTo>
                  <a:pt x="1555530" y="2615205"/>
                </a:lnTo>
                <a:lnTo>
                  <a:pt x="1519125" y="2644366"/>
                </a:lnTo>
                <a:lnTo>
                  <a:pt x="1485920" y="2677276"/>
                </a:lnTo>
                <a:lnTo>
                  <a:pt x="1457076" y="2713312"/>
                </a:lnTo>
                <a:lnTo>
                  <a:pt x="1433756" y="2751852"/>
                </a:lnTo>
                <a:lnTo>
                  <a:pt x="1417123" y="2792272"/>
                </a:lnTo>
                <a:lnTo>
                  <a:pt x="1408339" y="2833949"/>
                </a:lnTo>
                <a:lnTo>
                  <a:pt x="1408567" y="2876261"/>
                </a:lnTo>
                <a:lnTo>
                  <a:pt x="1418967" y="2918584"/>
                </a:lnTo>
                <a:lnTo>
                  <a:pt x="1441708" y="2961574"/>
                </a:lnTo>
                <a:lnTo>
                  <a:pt x="1473355" y="2998754"/>
                </a:lnTo>
                <a:lnTo>
                  <a:pt x="1511050" y="3031027"/>
                </a:lnTo>
                <a:lnTo>
                  <a:pt x="1551936" y="3059301"/>
                </a:lnTo>
                <a:lnTo>
                  <a:pt x="1594892" y="3085405"/>
                </a:lnTo>
                <a:lnTo>
                  <a:pt x="1639030" y="3109437"/>
                </a:lnTo>
                <a:lnTo>
                  <a:pt x="1684248" y="3131362"/>
                </a:lnTo>
                <a:lnTo>
                  <a:pt x="1730441" y="3151143"/>
                </a:lnTo>
                <a:lnTo>
                  <a:pt x="1777503" y="3168743"/>
                </a:lnTo>
                <a:lnTo>
                  <a:pt x="1825332" y="3184125"/>
                </a:lnTo>
                <a:lnTo>
                  <a:pt x="1873822" y="3197254"/>
                </a:lnTo>
                <a:lnTo>
                  <a:pt x="1922869" y="3208092"/>
                </a:lnTo>
                <a:lnTo>
                  <a:pt x="1972368" y="3216603"/>
                </a:lnTo>
                <a:lnTo>
                  <a:pt x="2022216" y="3222750"/>
                </a:lnTo>
                <a:lnTo>
                  <a:pt x="2087192" y="3227353"/>
                </a:lnTo>
                <a:lnTo>
                  <a:pt x="2772668" y="3228718"/>
                </a:lnTo>
                <a:lnTo>
                  <a:pt x="2791667" y="3232164"/>
                </a:lnTo>
                <a:lnTo>
                  <a:pt x="2839386" y="3243632"/>
                </a:lnTo>
                <a:lnTo>
                  <a:pt x="2886147" y="3257913"/>
                </a:lnTo>
                <a:lnTo>
                  <a:pt x="2931556" y="3275111"/>
                </a:lnTo>
                <a:lnTo>
                  <a:pt x="2975223" y="3295330"/>
                </a:lnTo>
                <a:lnTo>
                  <a:pt x="3016755" y="3318674"/>
                </a:lnTo>
                <a:lnTo>
                  <a:pt x="3055760" y="3345247"/>
                </a:lnTo>
                <a:lnTo>
                  <a:pt x="3091847" y="3375151"/>
                </a:lnTo>
                <a:lnTo>
                  <a:pt x="3124623" y="3408491"/>
                </a:lnTo>
                <a:lnTo>
                  <a:pt x="3153696" y="3445371"/>
                </a:lnTo>
                <a:lnTo>
                  <a:pt x="3178675" y="3485893"/>
                </a:lnTo>
                <a:lnTo>
                  <a:pt x="3196906" y="3523944"/>
                </a:lnTo>
                <a:lnTo>
                  <a:pt x="3212314" y="3563792"/>
                </a:lnTo>
                <a:lnTo>
                  <a:pt x="3225699" y="3604855"/>
                </a:lnTo>
                <a:lnTo>
                  <a:pt x="3237857" y="3646525"/>
                </a:lnTo>
                <a:close/>
              </a:path>
              <a:path w="3237865" h="3646804">
                <a:moveTo>
                  <a:pt x="2772668" y="3228718"/>
                </a:moveTo>
                <a:lnTo>
                  <a:pt x="2152264" y="3228718"/>
                </a:lnTo>
                <a:lnTo>
                  <a:pt x="2204631" y="3227993"/>
                </a:lnTo>
                <a:lnTo>
                  <a:pt x="2257046" y="3226079"/>
                </a:lnTo>
                <a:lnTo>
                  <a:pt x="2466945" y="3214467"/>
                </a:lnTo>
                <a:lnTo>
                  <a:pt x="2519420" y="3212554"/>
                </a:lnTo>
                <a:lnTo>
                  <a:pt x="2564705" y="3211927"/>
                </a:lnTo>
                <a:lnTo>
                  <a:pt x="2590560" y="3211927"/>
                </a:lnTo>
                <a:lnTo>
                  <a:pt x="2609272" y="3212240"/>
                </a:lnTo>
                <a:lnTo>
                  <a:pt x="2627985" y="3212792"/>
                </a:lnTo>
                <a:lnTo>
                  <a:pt x="2646673" y="3213606"/>
                </a:lnTo>
                <a:lnTo>
                  <a:pt x="2693345" y="3217136"/>
                </a:lnTo>
                <a:lnTo>
                  <a:pt x="2693981" y="3217136"/>
                </a:lnTo>
                <a:lnTo>
                  <a:pt x="2743380" y="3223406"/>
                </a:lnTo>
                <a:lnTo>
                  <a:pt x="2772668" y="3228718"/>
                </a:lnTo>
                <a:close/>
              </a:path>
            </a:pathLst>
          </a:custGeom>
          <a:solidFill>
            <a:srgbClr val="EDD0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301279" y="5294932"/>
            <a:ext cx="4987290" cy="1295400"/>
          </a:xfrm>
          <a:custGeom>
            <a:avLst/>
            <a:gdLst/>
            <a:ahLst/>
            <a:cxnLst/>
            <a:rect l="l" t="t" r="r" b="b"/>
            <a:pathLst>
              <a:path w="4987290" h="1295400">
                <a:moveTo>
                  <a:pt x="820250" y="1270000"/>
                </a:moveTo>
                <a:lnTo>
                  <a:pt x="677108" y="1270000"/>
                </a:lnTo>
                <a:lnTo>
                  <a:pt x="726719" y="1257300"/>
                </a:lnTo>
                <a:lnTo>
                  <a:pt x="775787" y="1257300"/>
                </a:lnTo>
                <a:lnTo>
                  <a:pt x="872345" y="1231900"/>
                </a:lnTo>
                <a:lnTo>
                  <a:pt x="919861" y="1206500"/>
                </a:lnTo>
                <a:lnTo>
                  <a:pt x="966885" y="1193800"/>
                </a:lnTo>
                <a:lnTo>
                  <a:pt x="1013429" y="1168400"/>
                </a:lnTo>
                <a:lnTo>
                  <a:pt x="1059508" y="1155700"/>
                </a:lnTo>
                <a:lnTo>
                  <a:pt x="1195075" y="1079500"/>
                </a:lnTo>
                <a:lnTo>
                  <a:pt x="1236045" y="1041400"/>
                </a:lnTo>
                <a:lnTo>
                  <a:pt x="1276235" y="1016000"/>
                </a:lnTo>
                <a:lnTo>
                  <a:pt x="1315712" y="990600"/>
                </a:lnTo>
                <a:lnTo>
                  <a:pt x="1354545" y="952500"/>
                </a:lnTo>
                <a:lnTo>
                  <a:pt x="1430547" y="901700"/>
                </a:lnTo>
                <a:lnTo>
                  <a:pt x="1467851" y="863600"/>
                </a:lnTo>
                <a:lnTo>
                  <a:pt x="1504781" y="838200"/>
                </a:lnTo>
                <a:lnTo>
                  <a:pt x="1577788" y="762000"/>
                </a:lnTo>
                <a:lnTo>
                  <a:pt x="1614001" y="736600"/>
                </a:lnTo>
                <a:lnTo>
                  <a:pt x="1650111" y="698500"/>
                </a:lnTo>
                <a:lnTo>
                  <a:pt x="1723927" y="635000"/>
                </a:lnTo>
                <a:lnTo>
                  <a:pt x="1799583" y="558800"/>
                </a:lnTo>
                <a:lnTo>
                  <a:pt x="1837610" y="533400"/>
                </a:lnTo>
                <a:lnTo>
                  <a:pt x="1914348" y="457200"/>
                </a:lnTo>
                <a:lnTo>
                  <a:pt x="1953174" y="431800"/>
                </a:lnTo>
                <a:lnTo>
                  <a:pt x="1992382" y="393700"/>
                </a:lnTo>
                <a:lnTo>
                  <a:pt x="2032027" y="355600"/>
                </a:lnTo>
                <a:lnTo>
                  <a:pt x="2112863" y="304800"/>
                </a:lnTo>
                <a:lnTo>
                  <a:pt x="2154169" y="266700"/>
                </a:lnTo>
                <a:lnTo>
                  <a:pt x="2196142" y="241300"/>
                </a:lnTo>
                <a:lnTo>
                  <a:pt x="2238840" y="215900"/>
                </a:lnTo>
                <a:lnTo>
                  <a:pt x="2282321" y="177800"/>
                </a:lnTo>
                <a:lnTo>
                  <a:pt x="2366504" y="127000"/>
                </a:lnTo>
                <a:lnTo>
                  <a:pt x="2409330" y="114300"/>
                </a:lnTo>
                <a:lnTo>
                  <a:pt x="2496931" y="63500"/>
                </a:lnTo>
                <a:lnTo>
                  <a:pt x="2541899" y="50800"/>
                </a:lnTo>
                <a:lnTo>
                  <a:pt x="2587773" y="25400"/>
                </a:lnTo>
                <a:lnTo>
                  <a:pt x="2634650" y="12700"/>
                </a:lnTo>
                <a:lnTo>
                  <a:pt x="2682625" y="12700"/>
                </a:lnTo>
                <a:lnTo>
                  <a:pt x="2717768" y="0"/>
                </a:lnTo>
                <a:lnTo>
                  <a:pt x="2911693" y="0"/>
                </a:lnTo>
                <a:lnTo>
                  <a:pt x="2998229" y="25400"/>
                </a:lnTo>
                <a:lnTo>
                  <a:pt x="2706775" y="25400"/>
                </a:lnTo>
                <a:lnTo>
                  <a:pt x="2564197" y="63500"/>
                </a:lnTo>
                <a:lnTo>
                  <a:pt x="2518328" y="88900"/>
                </a:lnTo>
                <a:lnTo>
                  <a:pt x="2473121" y="101600"/>
                </a:lnTo>
                <a:lnTo>
                  <a:pt x="2340487" y="177800"/>
                </a:lnTo>
                <a:lnTo>
                  <a:pt x="2295343" y="203200"/>
                </a:lnTo>
                <a:lnTo>
                  <a:pt x="2251073" y="228600"/>
                </a:lnTo>
                <a:lnTo>
                  <a:pt x="2207615" y="266700"/>
                </a:lnTo>
                <a:lnTo>
                  <a:pt x="2122881" y="317500"/>
                </a:lnTo>
                <a:lnTo>
                  <a:pt x="2081479" y="355600"/>
                </a:lnTo>
                <a:lnTo>
                  <a:pt x="2040636" y="393700"/>
                </a:lnTo>
                <a:lnTo>
                  <a:pt x="2000289" y="419100"/>
                </a:lnTo>
                <a:lnTo>
                  <a:pt x="1920831" y="495300"/>
                </a:lnTo>
                <a:lnTo>
                  <a:pt x="1881593" y="520700"/>
                </a:lnTo>
                <a:lnTo>
                  <a:pt x="1803785" y="596900"/>
                </a:lnTo>
                <a:lnTo>
                  <a:pt x="1766467" y="635000"/>
                </a:lnTo>
                <a:lnTo>
                  <a:pt x="1729390" y="660400"/>
                </a:lnTo>
                <a:lnTo>
                  <a:pt x="1655303" y="736600"/>
                </a:lnTo>
                <a:lnTo>
                  <a:pt x="1618157" y="762000"/>
                </a:lnTo>
                <a:lnTo>
                  <a:pt x="1543320" y="838200"/>
                </a:lnTo>
                <a:lnTo>
                  <a:pt x="1505491" y="863600"/>
                </a:lnTo>
                <a:lnTo>
                  <a:pt x="1467299" y="901700"/>
                </a:lnTo>
                <a:lnTo>
                  <a:pt x="1428674" y="927100"/>
                </a:lnTo>
                <a:lnTo>
                  <a:pt x="1389549" y="965200"/>
                </a:lnTo>
                <a:lnTo>
                  <a:pt x="1349855" y="990600"/>
                </a:lnTo>
                <a:lnTo>
                  <a:pt x="1309524" y="1028700"/>
                </a:lnTo>
                <a:lnTo>
                  <a:pt x="1268488" y="1054100"/>
                </a:lnTo>
                <a:lnTo>
                  <a:pt x="1226678" y="1079500"/>
                </a:lnTo>
                <a:lnTo>
                  <a:pt x="1184027" y="1117600"/>
                </a:lnTo>
                <a:lnTo>
                  <a:pt x="1096355" y="1168400"/>
                </a:lnTo>
                <a:lnTo>
                  <a:pt x="1051714" y="1181100"/>
                </a:lnTo>
                <a:lnTo>
                  <a:pt x="960803" y="1231900"/>
                </a:lnTo>
                <a:lnTo>
                  <a:pt x="820250" y="1270000"/>
                </a:lnTo>
                <a:close/>
              </a:path>
              <a:path w="4987290" h="1295400">
                <a:moveTo>
                  <a:pt x="4259892" y="12700"/>
                </a:moveTo>
                <a:lnTo>
                  <a:pt x="3780211" y="12700"/>
                </a:lnTo>
                <a:lnTo>
                  <a:pt x="3832538" y="0"/>
                </a:lnTo>
                <a:lnTo>
                  <a:pt x="4210543" y="0"/>
                </a:lnTo>
                <a:lnTo>
                  <a:pt x="4259892" y="12700"/>
                </a:lnTo>
                <a:close/>
              </a:path>
              <a:path w="4987290" h="1295400">
                <a:moveTo>
                  <a:pt x="4513698" y="25400"/>
                </a:moveTo>
                <a:lnTo>
                  <a:pt x="3623692" y="25400"/>
                </a:lnTo>
                <a:lnTo>
                  <a:pt x="3675782" y="12700"/>
                </a:lnTo>
                <a:lnTo>
                  <a:pt x="4460817" y="12700"/>
                </a:lnTo>
                <a:lnTo>
                  <a:pt x="4513698" y="25400"/>
                </a:lnTo>
                <a:close/>
              </a:path>
              <a:path w="4987290" h="1295400">
                <a:moveTo>
                  <a:pt x="3106385" y="520700"/>
                </a:moveTo>
                <a:lnTo>
                  <a:pt x="3067053" y="520700"/>
                </a:lnTo>
                <a:lnTo>
                  <a:pt x="3027403" y="508000"/>
                </a:lnTo>
                <a:lnTo>
                  <a:pt x="2997885" y="495300"/>
                </a:lnTo>
                <a:lnTo>
                  <a:pt x="2980917" y="457200"/>
                </a:lnTo>
                <a:lnTo>
                  <a:pt x="2978915" y="419100"/>
                </a:lnTo>
                <a:lnTo>
                  <a:pt x="2991479" y="368300"/>
                </a:lnTo>
                <a:lnTo>
                  <a:pt x="3012736" y="317500"/>
                </a:lnTo>
                <a:lnTo>
                  <a:pt x="3041350" y="279400"/>
                </a:lnTo>
                <a:lnTo>
                  <a:pt x="3075988" y="241300"/>
                </a:lnTo>
                <a:lnTo>
                  <a:pt x="3115313" y="203200"/>
                </a:lnTo>
                <a:lnTo>
                  <a:pt x="3131224" y="190500"/>
                </a:lnTo>
                <a:lnTo>
                  <a:pt x="3137823" y="177800"/>
                </a:lnTo>
                <a:lnTo>
                  <a:pt x="3134851" y="152400"/>
                </a:lnTo>
                <a:lnTo>
                  <a:pt x="3122043" y="139700"/>
                </a:lnTo>
                <a:lnTo>
                  <a:pt x="3085338" y="101600"/>
                </a:lnTo>
                <a:lnTo>
                  <a:pt x="3045824" y="76200"/>
                </a:lnTo>
                <a:lnTo>
                  <a:pt x="3003679" y="63500"/>
                </a:lnTo>
                <a:lnTo>
                  <a:pt x="2959079" y="38100"/>
                </a:lnTo>
                <a:lnTo>
                  <a:pt x="2912200" y="25400"/>
                </a:lnTo>
                <a:lnTo>
                  <a:pt x="2998229" y="25400"/>
                </a:lnTo>
                <a:lnTo>
                  <a:pt x="3039939" y="50800"/>
                </a:lnTo>
                <a:lnTo>
                  <a:pt x="3080447" y="76200"/>
                </a:lnTo>
                <a:lnTo>
                  <a:pt x="3119631" y="101600"/>
                </a:lnTo>
                <a:lnTo>
                  <a:pt x="3144268" y="139700"/>
                </a:lnTo>
                <a:lnTo>
                  <a:pt x="3157242" y="152400"/>
                </a:lnTo>
                <a:lnTo>
                  <a:pt x="3232757" y="152400"/>
                </a:lnTo>
                <a:lnTo>
                  <a:pt x="3210182" y="165100"/>
                </a:lnTo>
                <a:lnTo>
                  <a:pt x="3195509" y="177800"/>
                </a:lnTo>
                <a:lnTo>
                  <a:pt x="3188242" y="190500"/>
                </a:lnTo>
                <a:lnTo>
                  <a:pt x="3187500" y="203200"/>
                </a:lnTo>
                <a:lnTo>
                  <a:pt x="3159890" y="203200"/>
                </a:lnTo>
                <a:lnTo>
                  <a:pt x="3120215" y="228600"/>
                </a:lnTo>
                <a:lnTo>
                  <a:pt x="3084808" y="266700"/>
                </a:lnTo>
                <a:lnTo>
                  <a:pt x="3054277" y="292100"/>
                </a:lnTo>
                <a:lnTo>
                  <a:pt x="3029232" y="342900"/>
                </a:lnTo>
                <a:lnTo>
                  <a:pt x="3010284" y="381000"/>
                </a:lnTo>
                <a:lnTo>
                  <a:pt x="3003132" y="419100"/>
                </a:lnTo>
                <a:lnTo>
                  <a:pt x="3005744" y="457200"/>
                </a:lnTo>
                <a:lnTo>
                  <a:pt x="3017071" y="482600"/>
                </a:lnTo>
                <a:lnTo>
                  <a:pt x="3036065" y="495300"/>
                </a:lnTo>
                <a:lnTo>
                  <a:pt x="3131934" y="495300"/>
                </a:lnTo>
                <a:lnTo>
                  <a:pt x="3106385" y="520700"/>
                </a:lnTo>
                <a:close/>
              </a:path>
              <a:path w="4987290" h="1295400">
                <a:moveTo>
                  <a:pt x="3232757" y="152400"/>
                </a:moveTo>
                <a:lnTo>
                  <a:pt x="3194359" y="152400"/>
                </a:lnTo>
                <a:lnTo>
                  <a:pt x="3229054" y="127000"/>
                </a:lnTo>
                <a:lnTo>
                  <a:pt x="3246758" y="114300"/>
                </a:lnTo>
                <a:lnTo>
                  <a:pt x="3575112" y="25400"/>
                </a:lnTo>
                <a:lnTo>
                  <a:pt x="3836257" y="25400"/>
                </a:lnTo>
                <a:lnTo>
                  <a:pt x="3786743" y="38100"/>
                </a:lnTo>
                <a:lnTo>
                  <a:pt x="3638024" y="38100"/>
                </a:lnTo>
                <a:lnTo>
                  <a:pt x="3539559" y="63500"/>
                </a:lnTo>
                <a:lnTo>
                  <a:pt x="3490884" y="63500"/>
                </a:lnTo>
                <a:lnTo>
                  <a:pt x="3347762" y="101600"/>
                </a:lnTo>
                <a:lnTo>
                  <a:pt x="3301211" y="127000"/>
                </a:lnTo>
                <a:lnTo>
                  <a:pt x="3255333" y="139700"/>
                </a:lnTo>
                <a:lnTo>
                  <a:pt x="3232757" y="152400"/>
                </a:lnTo>
                <a:close/>
              </a:path>
              <a:path w="4987290" h="1295400">
                <a:moveTo>
                  <a:pt x="4725117" y="38100"/>
                </a:moveTo>
                <a:lnTo>
                  <a:pt x="4387121" y="38100"/>
                </a:lnTo>
                <a:lnTo>
                  <a:pt x="4336596" y="25400"/>
                </a:lnTo>
                <a:lnTo>
                  <a:pt x="4619419" y="25400"/>
                </a:lnTo>
                <a:lnTo>
                  <a:pt x="4725117" y="38100"/>
                </a:lnTo>
                <a:close/>
              </a:path>
              <a:path w="4987290" h="1295400">
                <a:moveTo>
                  <a:pt x="4908852" y="50800"/>
                </a:moveTo>
                <a:lnTo>
                  <a:pt x="4588481" y="50800"/>
                </a:lnTo>
                <a:lnTo>
                  <a:pt x="4538726" y="38100"/>
                </a:lnTo>
                <a:lnTo>
                  <a:pt x="4869858" y="38100"/>
                </a:lnTo>
                <a:lnTo>
                  <a:pt x="4908852" y="50800"/>
                </a:lnTo>
                <a:close/>
              </a:path>
              <a:path w="4987290" h="1295400">
                <a:moveTo>
                  <a:pt x="4986720" y="76200"/>
                </a:moveTo>
                <a:lnTo>
                  <a:pt x="4937028" y="76200"/>
                </a:lnTo>
                <a:lnTo>
                  <a:pt x="4887251" y="63500"/>
                </a:lnTo>
                <a:lnTo>
                  <a:pt x="4737852" y="63500"/>
                </a:lnTo>
                <a:lnTo>
                  <a:pt x="4688050" y="50800"/>
                </a:lnTo>
                <a:lnTo>
                  <a:pt x="4986720" y="50800"/>
                </a:lnTo>
                <a:lnTo>
                  <a:pt x="4986720" y="76200"/>
                </a:lnTo>
                <a:close/>
              </a:path>
              <a:path w="4987290" h="1295400">
                <a:moveTo>
                  <a:pt x="3131934" y="495300"/>
                </a:moveTo>
                <a:lnTo>
                  <a:pt x="3083926" y="495300"/>
                </a:lnTo>
                <a:lnTo>
                  <a:pt x="3107772" y="482600"/>
                </a:lnTo>
                <a:lnTo>
                  <a:pt x="3130118" y="469900"/>
                </a:lnTo>
                <a:lnTo>
                  <a:pt x="3149094" y="444500"/>
                </a:lnTo>
                <a:lnTo>
                  <a:pt x="3152397" y="444500"/>
                </a:lnTo>
                <a:lnTo>
                  <a:pt x="3154302" y="431800"/>
                </a:lnTo>
                <a:lnTo>
                  <a:pt x="3157095" y="431800"/>
                </a:lnTo>
                <a:lnTo>
                  <a:pt x="3177064" y="381000"/>
                </a:lnTo>
                <a:lnTo>
                  <a:pt x="3186023" y="342900"/>
                </a:lnTo>
                <a:lnTo>
                  <a:pt x="3185278" y="292100"/>
                </a:lnTo>
                <a:lnTo>
                  <a:pt x="3176132" y="241300"/>
                </a:lnTo>
                <a:lnTo>
                  <a:pt x="3159890" y="203200"/>
                </a:lnTo>
                <a:lnTo>
                  <a:pt x="3187500" y="203200"/>
                </a:lnTo>
                <a:lnTo>
                  <a:pt x="3207584" y="266700"/>
                </a:lnTo>
                <a:lnTo>
                  <a:pt x="3213610" y="317500"/>
                </a:lnTo>
                <a:lnTo>
                  <a:pt x="3209949" y="368300"/>
                </a:lnTo>
                <a:lnTo>
                  <a:pt x="3196072" y="406400"/>
                </a:lnTo>
                <a:lnTo>
                  <a:pt x="3171447" y="457200"/>
                </a:lnTo>
                <a:lnTo>
                  <a:pt x="3153363" y="482600"/>
                </a:lnTo>
                <a:lnTo>
                  <a:pt x="3131934" y="495300"/>
                </a:lnTo>
                <a:close/>
              </a:path>
              <a:path w="4987290" h="1295400">
                <a:moveTo>
                  <a:pt x="56395" y="762000"/>
                </a:moveTo>
                <a:lnTo>
                  <a:pt x="39631" y="762000"/>
                </a:lnTo>
                <a:lnTo>
                  <a:pt x="44203" y="749300"/>
                </a:lnTo>
                <a:lnTo>
                  <a:pt x="52585" y="749300"/>
                </a:lnTo>
                <a:lnTo>
                  <a:pt x="56395" y="762000"/>
                </a:lnTo>
                <a:close/>
              </a:path>
              <a:path w="4987290" h="1295400">
                <a:moveTo>
                  <a:pt x="723664" y="1295400"/>
                </a:moveTo>
                <a:lnTo>
                  <a:pt x="448679" y="1295400"/>
                </a:lnTo>
                <a:lnTo>
                  <a:pt x="397854" y="1282700"/>
                </a:lnTo>
                <a:lnTo>
                  <a:pt x="348017" y="1282700"/>
                </a:lnTo>
                <a:lnTo>
                  <a:pt x="299441" y="1270000"/>
                </a:lnTo>
                <a:lnTo>
                  <a:pt x="252398" y="1244600"/>
                </a:lnTo>
                <a:lnTo>
                  <a:pt x="207161" y="1219200"/>
                </a:lnTo>
                <a:lnTo>
                  <a:pt x="164003" y="1193800"/>
                </a:lnTo>
                <a:lnTo>
                  <a:pt x="123197" y="1155700"/>
                </a:lnTo>
                <a:lnTo>
                  <a:pt x="87437" y="1117600"/>
                </a:lnTo>
                <a:lnTo>
                  <a:pt x="57770" y="1079500"/>
                </a:lnTo>
                <a:lnTo>
                  <a:pt x="34196" y="1028700"/>
                </a:lnTo>
                <a:lnTo>
                  <a:pt x="16711" y="977900"/>
                </a:lnTo>
                <a:lnTo>
                  <a:pt x="5313" y="939800"/>
                </a:lnTo>
                <a:lnTo>
                  <a:pt x="0" y="889000"/>
                </a:lnTo>
                <a:lnTo>
                  <a:pt x="769" y="825500"/>
                </a:lnTo>
                <a:lnTo>
                  <a:pt x="3849" y="812800"/>
                </a:lnTo>
                <a:lnTo>
                  <a:pt x="10453" y="787400"/>
                </a:lnTo>
                <a:lnTo>
                  <a:pt x="20914" y="774700"/>
                </a:lnTo>
                <a:lnTo>
                  <a:pt x="35567" y="762000"/>
                </a:lnTo>
                <a:lnTo>
                  <a:pt x="64943" y="762000"/>
                </a:lnTo>
                <a:lnTo>
                  <a:pt x="66237" y="774700"/>
                </a:lnTo>
                <a:lnTo>
                  <a:pt x="64578" y="774700"/>
                </a:lnTo>
                <a:lnTo>
                  <a:pt x="60586" y="787400"/>
                </a:lnTo>
                <a:lnTo>
                  <a:pt x="34486" y="825500"/>
                </a:lnTo>
                <a:lnTo>
                  <a:pt x="27899" y="876300"/>
                </a:lnTo>
                <a:lnTo>
                  <a:pt x="34386" y="927100"/>
                </a:lnTo>
                <a:lnTo>
                  <a:pt x="47504" y="965200"/>
                </a:lnTo>
                <a:lnTo>
                  <a:pt x="64793" y="1016000"/>
                </a:lnTo>
                <a:lnTo>
                  <a:pt x="86280" y="1066800"/>
                </a:lnTo>
                <a:lnTo>
                  <a:pt x="111775" y="1104900"/>
                </a:lnTo>
                <a:lnTo>
                  <a:pt x="141088" y="1130300"/>
                </a:lnTo>
                <a:lnTo>
                  <a:pt x="174028" y="1168400"/>
                </a:lnTo>
                <a:lnTo>
                  <a:pt x="210405" y="1193800"/>
                </a:lnTo>
                <a:lnTo>
                  <a:pt x="250028" y="1206500"/>
                </a:lnTo>
                <a:lnTo>
                  <a:pt x="292706" y="1231900"/>
                </a:lnTo>
                <a:lnTo>
                  <a:pt x="338250" y="1244600"/>
                </a:lnTo>
                <a:lnTo>
                  <a:pt x="434670" y="1270000"/>
                </a:lnTo>
                <a:lnTo>
                  <a:pt x="820250" y="1270000"/>
                </a:lnTo>
                <a:lnTo>
                  <a:pt x="723664" y="1295400"/>
                </a:lnTo>
                <a:close/>
              </a:path>
            </a:pathLst>
          </a:custGeom>
          <a:solidFill>
            <a:srgbClr val="2017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083606" y="-2"/>
            <a:ext cx="3204845" cy="2633345"/>
          </a:xfrm>
          <a:custGeom>
            <a:avLst/>
            <a:gdLst/>
            <a:ahLst/>
            <a:cxnLst/>
            <a:rect l="l" t="t" r="r" b="b"/>
            <a:pathLst>
              <a:path w="3204844" h="2633345">
                <a:moveTo>
                  <a:pt x="855855" y="762761"/>
                </a:moveTo>
                <a:lnTo>
                  <a:pt x="842173" y="762761"/>
                </a:lnTo>
                <a:lnTo>
                  <a:pt x="816295" y="762333"/>
                </a:lnTo>
                <a:lnTo>
                  <a:pt x="776734" y="760856"/>
                </a:lnTo>
                <a:lnTo>
                  <a:pt x="729374" y="757356"/>
                </a:lnTo>
                <a:lnTo>
                  <a:pt x="681788" y="751587"/>
                </a:lnTo>
                <a:lnTo>
                  <a:pt x="634307" y="743461"/>
                </a:lnTo>
                <a:lnTo>
                  <a:pt x="587264" y="732890"/>
                </a:lnTo>
                <a:lnTo>
                  <a:pt x="540992" y="719785"/>
                </a:lnTo>
                <a:lnTo>
                  <a:pt x="495823" y="704060"/>
                </a:lnTo>
                <a:lnTo>
                  <a:pt x="452091" y="685625"/>
                </a:lnTo>
                <a:lnTo>
                  <a:pt x="410127" y="664393"/>
                </a:lnTo>
                <a:lnTo>
                  <a:pt x="370266" y="640275"/>
                </a:lnTo>
                <a:lnTo>
                  <a:pt x="332838" y="613185"/>
                </a:lnTo>
                <a:lnTo>
                  <a:pt x="298178" y="583033"/>
                </a:lnTo>
                <a:lnTo>
                  <a:pt x="266617" y="549731"/>
                </a:lnTo>
                <a:lnTo>
                  <a:pt x="238488" y="513193"/>
                </a:lnTo>
                <a:lnTo>
                  <a:pt x="214125" y="473328"/>
                </a:lnTo>
                <a:lnTo>
                  <a:pt x="193417" y="429809"/>
                </a:lnTo>
                <a:lnTo>
                  <a:pt x="176106" y="384127"/>
                </a:lnTo>
                <a:lnTo>
                  <a:pt x="161141" y="337037"/>
                </a:lnTo>
                <a:lnTo>
                  <a:pt x="147475" y="289290"/>
                </a:lnTo>
                <a:lnTo>
                  <a:pt x="134057" y="241642"/>
                </a:lnTo>
                <a:lnTo>
                  <a:pt x="119839" y="194845"/>
                </a:lnTo>
                <a:lnTo>
                  <a:pt x="103770" y="149653"/>
                </a:lnTo>
                <a:lnTo>
                  <a:pt x="84801" y="106819"/>
                </a:lnTo>
                <a:lnTo>
                  <a:pt x="61883" y="67096"/>
                </a:lnTo>
                <a:lnTo>
                  <a:pt x="33967" y="31239"/>
                </a:lnTo>
                <a:lnTo>
                  <a:pt x="0" y="0"/>
                </a:lnTo>
                <a:lnTo>
                  <a:pt x="3204392" y="0"/>
                </a:lnTo>
                <a:lnTo>
                  <a:pt x="3204392" y="744854"/>
                </a:lnTo>
                <a:lnTo>
                  <a:pt x="1299592" y="744854"/>
                </a:lnTo>
                <a:lnTo>
                  <a:pt x="1250379" y="745468"/>
                </a:lnTo>
                <a:lnTo>
                  <a:pt x="1201126" y="747114"/>
                </a:lnTo>
                <a:lnTo>
                  <a:pt x="954520" y="760501"/>
                </a:lnTo>
                <a:lnTo>
                  <a:pt x="905182" y="762147"/>
                </a:lnTo>
                <a:lnTo>
                  <a:pt x="855855" y="762761"/>
                </a:lnTo>
                <a:close/>
              </a:path>
              <a:path w="3204844" h="2633345">
                <a:moveTo>
                  <a:pt x="3204392" y="2632934"/>
                </a:moveTo>
                <a:lnTo>
                  <a:pt x="3174307" y="2628492"/>
                </a:lnTo>
                <a:lnTo>
                  <a:pt x="3143869" y="2625200"/>
                </a:lnTo>
                <a:lnTo>
                  <a:pt x="3113597" y="2622837"/>
                </a:lnTo>
                <a:lnTo>
                  <a:pt x="2408511" y="2588677"/>
                </a:lnTo>
                <a:lnTo>
                  <a:pt x="2359130" y="2585611"/>
                </a:lnTo>
                <a:lnTo>
                  <a:pt x="2309692" y="2581983"/>
                </a:lnTo>
                <a:lnTo>
                  <a:pt x="2260290" y="2577646"/>
                </a:lnTo>
                <a:lnTo>
                  <a:pt x="2211019" y="2572450"/>
                </a:lnTo>
                <a:lnTo>
                  <a:pt x="2161972" y="2566246"/>
                </a:lnTo>
                <a:lnTo>
                  <a:pt x="2113243" y="2558887"/>
                </a:lnTo>
                <a:lnTo>
                  <a:pt x="2064926" y="2550222"/>
                </a:lnTo>
                <a:lnTo>
                  <a:pt x="2017114" y="2540105"/>
                </a:lnTo>
                <a:lnTo>
                  <a:pt x="1969902" y="2528385"/>
                </a:lnTo>
                <a:lnTo>
                  <a:pt x="1923383" y="2514914"/>
                </a:lnTo>
                <a:lnTo>
                  <a:pt x="1877651" y="2499544"/>
                </a:lnTo>
                <a:lnTo>
                  <a:pt x="1832801" y="2482125"/>
                </a:lnTo>
                <a:lnTo>
                  <a:pt x="1788925" y="2462510"/>
                </a:lnTo>
                <a:lnTo>
                  <a:pt x="1746117" y="2440549"/>
                </a:lnTo>
                <a:lnTo>
                  <a:pt x="1704472" y="2416094"/>
                </a:lnTo>
                <a:lnTo>
                  <a:pt x="1664083" y="2388996"/>
                </a:lnTo>
                <a:lnTo>
                  <a:pt x="1627527" y="2360341"/>
                </a:lnTo>
                <a:lnTo>
                  <a:pt x="1593248" y="2328541"/>
                </a:lnTo>
                <a:lnTo>
                  <a:pt x="1561412" y="2293926"/>
                </a:lnTo>
                <a:lnTo>
                  <a:pt x="1532184" y="2256831"/>
                </a:lnTo>
                <a:lnTo>
                  <a:pt x="1505731" y="2217587"/>
                </a:lnTo>
                <a:lnTo>
                  <a:pt x="1482219" y="2176527"/>
                </a:lnTo>
                <a:lnTo>
                  <a:pt x="1461814" y="2133983"/>
                </a:lnTo>
                <a:lnTo>
                  <a:pt x="1444681" y="2090288"/>
                </a:lnTo>
                <a:lnTo>
                  <a:pt x="1430987" y="2045775"/>
                </a:lnTo>
                <a:lnTo>
                  <a:pt x="1420898" y="2000776"/>
                </a:lnTo>
                <a:lnTo>
                  <a:pt x="1414579" y="1955623"/>
                </a:lnTo>
                <a:lnTo>
                  <a:pt x="1412196" y="1910649"/>
                </a:lnTo>
                <a:lnTo>
                  <a:pt x="1413916" y="1866187"/>
                </a:lnTo>
                <a:lnTo>
                  <a:pt x="1419905" y="1822568"/>
                </a:lnTo>
                <a:lnTo>
                  <a:pt x="1430328" y="1780127"/>
                </a:lnTo>
                <a:lnTo>
                  <a:pt x="1445351" y="1739194"/>
                </a:lnTo>
                <a:lnTo>
                  <a:pt x="1465141" y="1700102"/>
                </a:lnTo>
                <a:lnTo>
                  <a:pt x="1489863" y="1663185"/>
                </a:lnTo>
                <a:lnTo>
                  <a:pt x="1519684" y="1628774"/>
                </a:lnTo>
                <a:lnTo>
                  <a:pt x="1554631" y="1597065"/>
                </a:lnTo>
                <a:lnTo>
                  <a:pt x="1592462" y="1569305"/>
                </a:lnTo>
                <a:lnTo>
                  <a:pt x="1632605" y="1544695"/>
                </a:lnTo>
                <a:lnTo>
                  <a:pt x="1674493" y="1522434"/>
                </a:lnTo>
                <a:lnTo>
                  <a:pt x="1717554" y="1501721"/>
                </a:lnTo>
                <a:lnTo>
                  <a:pt x="1804918" y="1461736"/>
                </a:lnTo>
                <a:lnTo>
                  <a:pt x="1848083" y="1440863"/>
                </a:lnTo>
                <a:lnTo>
                  <a:pt x="1890142" y="1418335"/>
                </a:lnTo>
                <a:lnTo>
                  <a:pt x="1930793" y="1392188"/>
                </a:lnTo>
                <a:lnTo>
                  <a:pt x="1969292" y="1361429"/>
                </a:lnTo>
                <a:lnTo>
                  <a:pt x="2004409" y="1326712"/>
                </a:lnTo>
                <a:lnTo>
                  <a:pt x="2034913" y="1288693"/>
                </a:lnTo>
                <a:lnTo>
                  <a:pt x="2059574" y="1248027"/>
                </a:lnTo>
                <a:lnTo>
                  <a:pt x="2077161" y="1205370"/>
                </a:lnTo>
                <a:lnTo>
                  <a:pt x="2086445" y="1161378"/>
                </a:lnTo>
                <a:lnTo>
                  <a:pt x="2086195" y="1116704"/>
                </a:lnTo>
                <a:lnTo>
                  <a:pt x="2075180" y="1072006"/>
                </a:lnTo>
                <a:lnTo>
                  <a:pt x="2051086" y="1026681"/>
                </a:lnTo>
                <a:lnTo>
                  <a:pt x="2017586" y="987440"/>
                </a:lnTo>
                <a:lnTo>
                  <a:pt x="1977704" y="953366"/>
                </a:lnTo>
                <a:lnTo>
                  <a:pt x="1934465" y="923543"/>
                </a:lnTo>
                <a:lnTo>
                  <a:pt x="1893220" y="898421"/>
                </a:lnTo>
                <a:lnTo>
                  <a:pt x="1850937" y="875098"/>
                </a:lnTo>
                <a:lnTo>
                  <a:pt x="1807696" y="853605"/>
                </a:lnTo>
                <a:lnTo>
                  <a:pt x="1763580" y="833970"/>
                </a:lnTo>
                <a:lnTo>
                  <a:pt x="1718671" y="816224"/>
                </a:lnTo>
                <a:lnTo>
                  <a:pt x="1673049" y="800396"/>
                </a:lnTo>
                <a:lnTo>
                  <a:pt x="1626798" y="786517"/>
                </a:lnTo>
                <a:lnTo>
                  <a:pt x="1579999" y="774616"/>
                </a:lnTo>
                <a:lnTo>
                  <a:pt x="1532734" y="764722"/>
                </a:lnTo>
                <a:lnTo>
                  <a:pt x="1485085" y="756866"/>
                </a:lnTo>
                <a:lnTo>
                  <a:pt x="1437133" y="751077"/>
                </a:lnTo>
                <a:lnTo>
                  <a:pt x="1368363" y="746299"/>
                </a:lnTo>
                <a:lnTo>
                  <a:pt x="1299592" y="744854"/>
                </a:lnTo>
                <a:lnTo>
                  <a:pt x="3204392" y="744854"/>
                </a:lnTo>
                <a:lnTo>
                  <a:pt x="3204392" y="2632934"/>
                </a:lnTo>
                <a:close/>
              </a:path>
            </a:pathLst>
          </a:custGeom>
          <a:solidFill>
            <a:srgbClr val="EDD0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26840" y="3639984"/>
            <a:ext cx="14523085" cy="2692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90975" marR="5080" indent="-3978910">
              <a:lnSpc>
                <a:spcPct val="115100"/>
              </a:lnSpc>
              <a:spcBef>
                <a:spcPts val="100"/>
              </a:spcBef>
            </a:pPr>
            <a:r>
              <a:rPr dirty="0" sz="7600" spc="-775" b="0">
                <a:latin typeface="Verdana"/>
                <a:cs typeface="Verdana"/>
              </a:rPr>
              <a:t>DESIGN</a:t>
            </a:r>
            <a:r>
              <a:rPr dirty="0" sz="7600" spc="-1050" b="0">
                <a:latin typeface="Verdana"/>
                <a:cs typeface="Verdana"/>
              </a:rPr>
              <a:t> </a:t>
            </a:r>
            <a:r>
              <a:rPr dirty="0" sz="7600" spc="-645" b="0">
                <a:latin typeface="Verdana"/>
                <a:cs typeface="Verdana"/>
              </a:rPr>
              <a:t>THINKING</a:t>
            </a:r>
            <a:r>
              <a:rPr dirty="0" sz="7600" spc="-1050" b="0">
                <a:latin typeface="Verdana"/>
                <a:cs typeface="Verdana"/>
              </a:rPr>
              <a:t> </a:t>
            </a:r>
            <a:r>
              <a:rPr dirty="0" sz="7600" spc="-440" b="0">
                <a:latin typeface="Verdana"/>
                <a:cs typeface="Verdana"/>
              </a:rPr>
              <a:t>AND</a:t>
            </a:r>
            <a:r>
              <a:rPr dirty="0" sz="7600" spc="-1050" b="0">
                <a:latin typeface="Verdana"/>
                <a:cs typeface="Verdana"/>
              </a:rPr>
              <a:t> </a:t>
            </a:r>
            <a:r>
              <a:rPr dirty="0" sz="7600" spc="-610" b="0">
                <a:latin typeface="Verdana"/>
                <a:cs typeface="Verdana"/>
              </a:rPr>
              <a:t>PRODUCT </a:t>
            </a:r>
            <a:r>
              <a:rPr dirty="0" sz="7600" spc="-565" b="0">
                <a:latin typeface="Verdana"/>
                <a:cs typeface="Verdana"/>
              </a:rPr>
              <a:t>INFORMATION</a:t>
            </a:r>
            <a:endParaRPr sz="7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2623222"/>
            <a:ext cx="190500" cy="190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3432847"/>
            <a:ext cx="190500" cy="190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4242472"/>
            <a:ext cx="190500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5052097"/>
            <a:ext cx="190500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5861722"/>
            <a:ext cx="190500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6671347"/>
            <a:ext cx="190500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009" y="7480972"/>
            <a:ext cx="190500" cy="190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86514" y="1393856"/>
            <a:ext cx="7174230" cy="650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32914">
              <a:lnSpc>
                <a:spcPct val="115500"/>
              </a:lnSpc>
              <a:spcBef>
                <a:spcPts val="100"/>
              </a:spcBef>
            </a:pPr>
            <a:r>
              <a:rPr dirty="0" sz="4600" spc="-420">
                <a:latin typeface="Verdana"/>
                <a:cs typeface="Verdana"/>
              </a:rPr>
              <a:t>Present</a:t>
            </a:r>
            <a:r>
              <a:rPr dirty="0" sz="4600" spc="-615">
                <a:latin typeface="Verdana"/>
                <a:cs typeface="Verdana"/>
              </a:rPr>
              <a:t> </a:t>
            </a:r>
            <a:r>
              <a:rPr dirty="0" sz="4600" spc="-490">
                <a:latin typeface="Verdana"/>
                <a:cs typeface="Verdana"/>
              </a:rPr>
              <a:t>by </a:t>
            </a:r>
            <a:r>
              <a:rPr dirty="0" sz="4600" spc="-525">
                <a:latin typeface="Verdana"/>
                <a:cs typeface="Verdana"/>
              </a:rPr>
              <a:t>24KD1A0294-</a:t>
            </a:r>
            <a:r>
              <a:rPr dirty="0" sz="4600" spc="-420">
                <a:latin typeface="Verdana"/>
                <a:cs typeface="Verdana"/>
              </a:rPr>
              <a:t>p.keerthi </a:t>
            </a:r>
            <a:r>
              <a:rPr dirty="0" sz="4600" spc="-520">
                <a:latin typeface="Verdana"/>
                <a:cs typeface="Verdana"/>
              </a:rPr>
              <a:t>24KD1A0298-</a:t>
            </a:r>
            <a:r>
              <a:rPr dirty="0" sz="4600" spc="-475">
                <a:latin typeface="Verdana"/>
                <a:cs typeface="Verdana"/>
              </a:rPr>
              <a:t>p.Hemanth</a:t>
            </a:r>
            <a:r>
              <a:rPr dirty="0" sz="4600" spc="-590">
                <a:latin typeface="Verdana"/>
                <a:cs typeface="Verdana"/>
              </a:rPr>
              <a:t> </a:t>
            </a:r>
            <a:r>
              <a:rPr dirty="0" sz="4600" spc="-450">
                <a:latin typeface="Verdana"/>
                <a:cs typeface="Verdana"/>
              </a:rPr>
              <a:t>sai </a:t>
            </a:r>
            <a:r>
              <a:rPr dirty="0" sz="4600" spc="-525">
                <a:latin typeface="Verdana"/>
                <a:cs typeface="Verdana"/>
              </a:rPr>
              <a:t>24KD1A0299-</a:t>
            </a:r>
            <a:r>
              <a:rPr dirty="0" sz="4600" spc="-425">
                <a:latin typeface="Verdana"/>
                <a:cs typeface="Verdana"/>
              </a:rPr>
              <a:t>Koteswar</a:t>
            </a:r>
            <a:r>
              <a:rPr dirty="0" sz="4600" spc="-600">
                <a:latin typeface="Verdana"/>
                <a:cs typeface="Verdana"/>
              </a:rPr>
              <a:t> </a:t>
            </a:r>
            <a:r>
              <a:rPr dirty="0" sz="4600" spc="-450">
                <a:latin typeface="Verdana"/>
                <a:cs typeface="Verdana"/>
              </a:rPr>
              <a:t>rao </a:t>
            </a:r>
            <a:r>
              <a:rPr dirty="0" sz="4600" spc="-590">
                <a:latin typeface="Verdana"/>
                <a:cs typeface="Verdana"/>
              </a:rPr>
              <a:t>24KD1A02A1-</a:t>
            </a:r>
            <a:r>
              <a:rPr dirty="0" sz="4600" spc="-400">
                <a:latin typeface="Verdana"/>
                <a:cs typeface="Verdana"/>
              </a:rPr>
              <a:t>p.Abilash </a:t>
            </a:r>
            <a:r>
              <a:rPr dirty="0" sz="4600" spc="-509">
                <a:latin typeface="Verdana"/>
                <a:cs typeface="Verdana"/>
              </a:rPr>
              <a:t>24KD1A02A3-</a:t>
            </a:r>
            <a:r>
              <a:rPr dirty="0" sz="4600" spc="-480">
                <a:latin typeface="Verdana"/>
                <a:cs typeface="Verdana"/>
              </a:rPr>
              <a:t>R.Tejaswan </a:t>
            </a:r>
            <a:r>
              <a:rPr dirty="0" sz="4600" spc="-515">
                <a:latin typeface="Verdana"/>
                <a:cs typeface="Verdana"/>
              </a:rPr>
              <a:t>24KD1A02A5-</a:t>
            </a:r>
            <a:r>
              <a:rPr dirty="0" sz="4600" spc="-475">
                <a:latin typeface="Verdana"/>
                <a:cs typeface="Verdana"/>
              </a:rPr>
              <a:t>R.Sowjanya </a:t>
            </a:r>
            <a:r>
              <a:rPr dirty="0" sz="4600" spc="-500">
                <a:latin typeface="Verdana"/>
                <a:cs typeface="Verdana"/>
              </a:rPr>
              <a:t>24KD1A02A6-</a:t>
            </a:r>
            <a:r>
              <a:rPr dirty="0" sz="4600" spc="-509">
                <a:latin typeface="Verdana"/>
                <a:cs typeface="Verdana"/>
              </a:rPr>
              <a:t>R.Uma</a:t>
            </a:r>
            <a:r>
              <a:rPr dirty="0" sz="4600" spc="-605">
                <a:latin typeface="Verdana"/>
                <a:cs typeface="Verdana"/>
              </a:rPr>
              <a:t> </a:t>
            </a:r>
            <a:r>
              <a:rPr dirty="0" sz="4600" spc="-590">
                <a:latin typeface="Verdana"/>
                <a:cs typeface="Verdana"/>
              </a:rPr>
              <a:t>mahesh</a:t>
            </a:r>
            <a:endParaRPr sz="4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1820" y="4344462"/>
            <a:ext cx="8686799" cy="56864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1963" y="71603"/>
            <a:ext cx="15447010" cy="3111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421505" marR="5080" indent="-4409440">
              <a:lnSpc>
                <a:spcPct val="116399"/>
              </a:lnSpc>
              <a:spcBef>
                <a:spcPts val="95"/>
              </a:spcBef>
            </a:pPr>
            <a:r>
              <a:rPr dirty="0" sz="8700" spc="-925" b="0">
                <a:latin typeface="Verdana"/>
                <a:cs typeface="Verdana"/>
              </a:rPr>
              <a:t>Smart</a:t>
            </a:r>
            <a:r>
              <a:rPr dirty="0" sz="8700" spc="-1210" b="0">
                <a:latin typeface="Verdana"/>
                <a:cs typeface="Verdana"/>
              </a:rPr>
              <a:t> </a:t>
            </a:r>
            <a:r>
              <a:rPr dirty="0" sz="8700" spc="-1090" b="0">
                <a:latin typeface="Verdana"/>
                <a:cs typeface="Verdana"/>
              </a:rPr>
              <a:t>Gas</a:t>
            </a:r>
            <a:r>
              <a:rPr dirty="0" sz="8700" spc="-1210" b="0">
                <a:latin typeface="Verdana"/>
                <a:cs typeface="Verdana"/>
              </a:rPr>
              <a:t> </a:t>
            </a:r>
            <a:r>
              <a:rPr dirty="0" sz="8700" spc="-965" b="0">
                <a:latin typeface="Verdana"/>
                <a:cs typeface="Verdana"/>
              </a:rPr>
              <a:t>Leakage</a:t>
            </a:r>
            <a:r>
              <a:rPr dirty="0" sz="8700" spc="-1205" b="0">
                <a:latin typeface="Verdana"/>
                <a:cs typeface="Verdana"/>
              </a:rPr>
              <a:t> </a:t>
            </a:r>
            <a:r>
              <a:rPr dirty="0" sz="8700" spc="-715" b="0">
                <a:latin typeface="Verdana"/>
                <a:cs typeface="Verdana"/>
              </a:rPr>
              <a:t>Detection</a:t>
            </a:r>
            <a:r>
              <a:rPr dirty="0" sz="8700" spc="-1210" b="0">
                <a:latin typeface="Verdana"/>
                <a:cs typeface="Verdana"/>
              </a:rPr>
              <a:t> </a:t>
            </a:r>
            <a:r>
              <a:rPr dirty="0" sz="8700" spc="-960" b="0">
                <a:latin typeface="Verdana"/>
                <a:cs typeface="Verdana"/>
              </a:rPr>
              <a:t>and </a:t>
            </a:r>
            <a:r>
              <a:rPr dirty="0" sz="8700" spc="-795" b="0">
                <a:latin typeface="Verdana"/>
                <a:cs typeface="Verdana"/>
              </a:rPr>
              <a:t>Safety</a:t>
            </a:r>
            <a:r>
              <a:rPr dirty="0" sz="8700" spc="-1215" b="0">
                <a:latin typeface="Verdana"/>
                <a:cs typeface="Verdana"/>
              </a:rPr>
              <a:t> </a:t>
            </a:r>
            <a:r>
              <a:rPr dirty="0" sz="8700" spc="-1030" b="0">
                <a:latin typeface="Verdana"/>
                <a:cs typeface="Verdana"/>
              </a:rPr>
              <a:t>System</a:t>
            </a:r>
            <a:endParaRPr sz="8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21047"/>
            <a:ext cx="2896870" cy="3073400"/>
            <a:chOff x="0" y="1821047"/>
            <a:chExt cx="2896870" cy="3073400"/>
          </a:xfrm>
        </p:grpSpPr>
        <p:sp>
          <p:nvSpPr>
            <p:cNvPr id="3" name="object 3"/>
            <p:cNvSpPr/>
            <p:nvPr/>
          </p:nvSpPr>
          <p:spPr>
            <a:xfrm>
              <a:off x="0" y="1821047"/>
              <a:ext cx="2896870" cy="3073400"/>
            </a:xfrm>
            <a:custGeom>
              <a:avLst/>
              <a:gdLst/>
              <a:ahLst/>
              <a:cxnLst/>
              <a:rect l="l" t="t" r="r" b="b"/>
              <a:pathLst>
                <a:path w="2896870" h="3073400">
                  <a:moveTo>
                    <a:pt x="2679381" y="342900"/>
                  </a:moveTo>
                  <a:lnTo>
                    <a:pt x="2377436" y="342900"/>
                  </a:lnTo>
                  <a:lnTo>
                    <a:pt x="2356450" y="317500"/>
                  </a:lnTo>
                  <a:lnTo>
                    <a:pt x="2347075" y="304800"/>
                  </a:lnTo>
                  <a:lnTo>
                    <a:pt x="2337939" y="304800"/>
                  </a:lnTo>
                  <a:lnTo>
                    <a:pt x="2308430" y="266700"/>
                  </a:lnTo>
                  <a:lnTo>
                    <a:pt x="2249553" y="215900"/>
                  </a:lnTo>
                  <a:lnTo>
                    <a:pt x="2220972" y="177800"/>
                  </a:lnTo>
                  <a:lnTo>
                    <a:pt x="2202510" y="152400"/>
                  </a:lnTo>
                  <a:lnTo>
                    <a:pt x="2194429" y="127000"/>
                  </a:lnTo>
                  <a:lnTo>
                    <a:pt x="2196541" y="88900"/>
                  </a:lnTo>
                  <a:lnTo>
                    <a:pt x="2225987" y="38100"/>
                  </a:lnTo>
                  <a:lnTo>
                    <a:pt x="2273179" y="12700"/>
                  </a:lnTo>
                  <a:lnTo>
                    <a:pt x="2300729" y="0"/>
                  </a:lnTo>
                  <a:lnTo>
                    <a:pt x="2308729" y="0"/>
                  </a:lnTo>
                  <a:lnTo>
                    <a:pt x="2316476" y="12700"/>
                  </a:lnTo>
                  <a:lnTo>
                    <a:pt x="2343833" y="12700"/>
                  </a:lnTo>
                  <a:lnTo>
                    <a:pt x="2361180" y="25400"/>
                  </a:lnTo>
                  <a:lnTo>
                    <a:pt x="2376908" y="38100"/>
                  </a:lnTo>
                  <a:lnTo>
                    <a:pt x="2391660" y="50800"/>
                  </a:lnTo>
                  <a:lnTo>
                    <a:pt x="2679381" y="342900"/>
                  </a:lnTo>
                  <a:close/>
                </a:path>
                <a:path w="2896870" h="3073400">
                  <a:moveTo>
                    <a:pt x="1412012" y="228600"/>
                  </a:moveTo>
                  <a:lnTo>
                    <a:pt x="974941" y="228600"/>
                  </a:lnTo>
                  <a:lnTo>
                    <a:pt x="1026678" y="215900"/>
                  </a:lnTo>
                  <a:lnTo>
                    <a:pt x="1360928" y="215900"/>
                  </a:lnTo>
                  <a:lnTo>
                    <a:pt x="1412012" y="228600"/>
                  </a:lnTo>
                  <a:close/>
                </a:path>
                <a:path w="2896870" h="3073400">
                  <a:moveTo>
                    <a:pt x="1717336" y="254000"/>
                  </a:moveTo>
                  <a:lnTo>
                    <a:pt x="768715" y="254000"/>
                  </a:lnTo>
                  <a:lnTo>
                    <a:pt x="871672" y="228600"/>
                  </a:lnTo>
                  <a:lnTo>
                    <a:pt x="1564915" y="228600"/>
                  </a:lnTo>
                  <a:lnTo>
                    <a:pt x="1615773" y="241300"/>
                  </a:lnTo>
                  <a:lnTo>
                    <a:pt x="1666580" y="241300"/>
                  </a:lnTo>
                  <a:lnTo>
                    <a:pt x="1717336" y="254000"/>
                  </a:lnTo>
                  <a:close/>
                </a:path>
                <a:path w="2896870" h="3073400">
                  <a:moveTo>
                    <a:pt x="4937" y="2146300"/>
                  </a:moveTo>
                  <a:lnTo>
                    <a:pt x="0" y="2146300"/>
                  </a:lnTo>
                  <a:lnTo>
                    <a:pt x="0" y="685800"/>
                  </a:lnTo>
                  <a:lnTo>
                    <a:pt x="25018" y="647700"/>
                  </a:lnTo>
                  <a:lnTo>
                    <a:pt x="52183" y="609600"/>
                  </a:lnTo>
                  <a:lnTo>
                    <a:pt x="81696" y="571500"/>
                  </a:lnTo>
                  <a:lnTo>
                    <a:pt x="113635" y="533400"/>
                  </a:lnTo>
                  <a:lnTo>
                    <a:pt x="148078" y="508000"/>
                  </a:lnTo>
                  <a:lnTo>
                    <a:pt x="185103" y="469900"/>
                  </a:lnTo>
                  <a:lnTo>
                    <a:pt x="224786" y="444500"/>
                  </a:lnTo>
                  <a:lnTo>
                    <a:pt x="270096" y="419100"/>
                  </a:lnTo>
                  <a:lnTo>
                    <a:pt x="316488" y="393700"/>
                  </a:lnTo>
                  <a:lnTo>
                    <a:pt x="363898" y="368300"/>
                  </a:lnTo>
                  <a:lnTo>
                    <a:pt x="412262" y="342900"/>
                  </a:lnTo>
                  <a:lnTo>
                    <a:pt x="461514" y="330200"/>
                  </a:lnTo>
                  <a:lnTo>
                    <a:pt x="511590" y="304800"/>
                  </a:lnTo>
                  <a:lnTo>
                    <a:pt x="717366" y="254000"/>
                  </a:lnTo>
                  <a:lnTo>
                    <a:pt x="1818706" y="254000"/>
                  </a:lnTo>
                  <a:lnTo>
                    <a:pt x="1919900" y="279400"/>
                  </a:lnTo>
                  <a:lnTo>
                    <a:pt x="1970435" y="279400"/>
                  </a:lnTo>
                  <a:lnTo>
                    <a:pt x="2020932" y="292100"/>
                  </a:lnTo>
                  <a:lnTo>
                    <a:pt x="2071392" y="292100"/>
                  </a:lnTo>
                  <a:lnTo>
                    <a:pt x="2172209" y="317500"/>
                  </a:lnTo>
                  <a:lnTo>
                    <a:pt x="2222570" y="317500"/>
                  </a:lnTo>
                  <a:lnTo>
                    <a:pt x="2323208" y="342900"/>
                  </a:lnTo>
                  <a:lnTo>
                    <a:pt x="2679381" y="342900"/>
                  </a:lnTo>
                  <a:lnTo>
                    <a:pt x="2704400" y="368300"/>
                  </a:lnTo>
                  <a:lnTo>
                    <a:pt x="2771197" y="431800"/>
                  </a:lnTo>
                  <a:lnTo>
                    <a:pt x="1036224" y="431800"/>
                  </a:lnTo>
                  <a:lnTo>
                    <a:pt x="984262" y="444500"/>
                  </a:lnTo>
                  <a:lnTo>
                    <a:pt x="880430" y="444500"/>
                  </a:lnTo>
                  <a:lnTo>
                    <a:pt x="828562" y="457200"/>
                  </a:lnTo>
                  <a:lnTo>
                    <a:pt x="776728" y="457200"/>
                  </a:lnTo>
                  <a:lnTo>
                    <a:pt x="567040" y="508000"/>
                  </a:lnTo>
                  <a:lnTo>
                    <a:pt x="516395" y="533400"/>
                  </a:lnTo>
                  <a:lnTo>
                    <a:pt x="466665" y="546100"/>
                  </a:lnTo>
                  <a:lnTo>
                    <a:pt x="417953" y="571500"/>
                  </a:lnTo>
                  <a:lnTo>
                    <a:pt x="375387" y="596900"/>
                  </a:lnTo>
                  <a:lnTo>
                    <a:pt x="335234" y="622300"/>
                  </a:lnTo>
                  <a:lnTo>
                    <a:pt x="297748" y="660400"/>
                  </a:lnTo>
                  <a:lnTo>
                    <a:pt x="263183" y="685800"/>
                  </a:lnTo>
                  <a:lnTo>
                    <a:pt x="231792" y="723900"/>
                  </a:lnTo>
                  <a:lnTo>
                    <a:pt x="203831" y="762000"/>
                  </a:lnTo>
                  <a:lnTo>
                    <a:pt x="177571" y="812800"/>
                  </a:lnTo>
                  <a:lnTo>
                    <a:pt x="154346" y="863600"/>
                  </a:lnTo>
                  <a:lnTo>
                    <a:pt x="134053" y="914400"/>
                  </a:lnTo>
                  <a:lnTo>
                    <a:pt x="116589" y="965200"/>
                  </a:lnTo>
                  <a:lnTo>
                    <a:pt x="101850" y="1016000"/>
                  </a:lnTo>
                  <a:lnTo>
                    <a:pt x="90340" y="1054100"/>
                  </a:lnTo>
                  <a:lnTo>
                    <a:pt x="81098" y="1104900"/>
                  </a:lnTo>
                  <a:lnTo>
                    <a:pt x="74055" y="1155700"/>
                  </a:lnTo>
                  <a:lnTo>
                    <a:pt x="69141" y="1206500"/>
                  </a:lnTo>
                  <a:lnTo>
                    <a:pt x="66285" y="1257300"/>
                  </a:lnTo>
                  <a:lnTo>
                    <a:pt x="65417" y="1295400"/>
                  </a:lnTo>
                  <a:lnTo>
                    <a:pt x="66468" y="1346200"/>
                  </a:lnTo>
                  <a:lnTo>
                    <a:pt x="69367" y="1397000"/>
                  </a:lnTo>
                  <a:lnTo>
                    <a:pt x="74043" y="1447800"/>
                  </a:lnTo>
                  <a:lnTo>
                    <a:pt x="80428" y="1498600"/>
                  </a:lnTo>
                  <a:lnTo>
                    <a:pt x="88450" y="1549400"/>
                  </a:lnTo>
                  <a:lnTo>
                    <a:pt x="98040" y="1587500"/>
                  </a:lnTo>
                  <a:lnTo>
                    <a:pt x="109143" y="1638300"/>
                  </a:lnTo>
                  <a:lnTo>
                    <a:pt x="121424" y="1689100"/>
                  </a:lnTo>
                  <a:lnTo>
                    <a:pt x="134206" y="1739900"/>
                  </a:lnTo>
                  <a:lnTo>
                    <a:pt x="146808" y="1790700"/>
                  </a:lnTo>
                  <a:lnTo>
                    <a:pt x="497678" y="1790700"/>
                  </a:lnTo>
                  <a:lnTo>
                    <a:pt x="552319" y="1803400"/>
                  </a:lnTo>
                  <a:lnTo>
                    <a:pt x="650397" y="1828800"/>
                  </a:lnTo>
                  <a:lnTo>
                    <a:pt x="697618" y="1854200"/>
                  </a:lnTo>
                  <a:lnTo>
                    <a:pt x="743628" y="1866900"/>
                  </a:lnTo>
                  <a:lnTo>
                    <a:pt x="788428" y="1892300"/>
                  </a:lnTo>
                  <a:lnTo>
                    <a:pt x="832020" y="1917700"/>
                  </a:lnTo>
                  <a:lnTo>
                    <a:pt x="874404" y="1943100"/>
                  </a:lnTo>
                  <a:lnTo>
                    <a:pt x="915581" y="1968500"/>
                  </a:lnTo>
                  <a:lnTo>
                    <a:pt x="935567" y="1981200"/>
                  </a:lnTo>
                  <a:lnTo>
                    <a:pt x="281871" y="1981200"/>
                  </a:lnTo>
                  <a:lnTo>
                    <a:pt x="262632" y="1993900"/>
                  </a:lnTo>
                  <a:lnTo>
                    <a:pt x="230501" y="1993900"/>
                  </a:lnTo>
                  <a:lnTo>
                    <a:pt x="252879" y="2044700"/>
                  </a:lnTo>
                  <a:lnTo>
                    <a:pt x="274364" y="2082800"/>
                  </a:lnTo>
                  <a:lnTo>
                    <a:pt x="281454" y="2095500"/>
                  </a:lnTo>
                  <a:lnTo>
                    <a:pt x="42922" y="2095500"/>
                  </a:lnTo>
                  <a:lnTo>
                    <a:pt x="36173" y="2108200"/>
                  </a:lnTo>
                  <a:lnTo>
                    <a:pt x="30175" y="2108200"/>
                  </a:lnTo>
                  <a:lnTo>
                    <a:pt x="24866" y="2120900"/>
                  </a:lnTo>
                  <a:lnTo>
                    <a:pt x="20189" y="2120900"/>
                  </a:lnTo>
                  <a:lnTo>
                    <a:pt x="14947" y="2133600"/>
                  </a:lnTo>
                  <a:lnTo>
                    <a:pt x="9871" y="2133600"/>
                  </a:lnTo>
                  <a:lnTo>
                    <a:pt x="4937" y="2146300"/>
                  </a:lnTo>
                  <a:close/>
                </a:path>
                <a:path w="2896870" h="3073400">
                  <a:moveTo>
                    <a:pt x="2882561" y="546100"/>
                  </a:moveTo>
                  <a:lnTo>
                    <a:pt x="2250677" y="546100"/>
                  </a:lnTo>
                  <a:lnTo>
                    <a:pt x="2149211" y="520700"/>
                  </a:lnTo>
                  <a:lnTo>
                    <a:pt x="2098427" y="520700"/>
                  </a:lnTo>
                  <a:lnTo>
                    <a:pt x="1996743" y="495300"/>
                  </a:lnTo>
                  <a:lnTo>
                    <a:pt x="1945837" y="495300"/>
                  </a:lnTo>
                  <a:lnTo>
                    <a:pt x="1894884" y="482600"/>
                  </a:lnTo>
                  <a:lnTo>
                    <a:pt x="1843882" y="482600"/>
                  </a:lnTo>
                  <a:lnTo>
                    <a:pt x="1792829" y="469900"/>
                  </a:lnTo>
                  <a:lnTo>
                    <a:pt x="1741721" y="469900"/>
                  </a:lnTo>
                  <a:lnTo>
                    <a:pt x="1690555" y="457200"/>
                  </a:lnTo>
                  <a:lnTo>
                    <a:pt x="1588040" y="457200"/>
                  </a:lnTo>
                  <a:lnTo>
                    <a:pt x="1536685" y="444500"/>
                  </a:lnTo>
                  <a:lnTo>
                    <a:pt x="1436377" y="444500"/>
                  </a:lnTo>
                  <a:lnTo>
                    <a:pt x="1387514" y="431800"/>
                  </a:lnTo>
                  <a:lnTo>
                    <a:pt x="2771197" y="431800"/>
                  </a:lnTo>
                  <a:lnTo>
                    <a:pt x="2878070" y="533400"/>
                  </a:lnTo>
                  <a:lnTo>
                    <a:pt x="2882561" y="546100"/>
                  </a:lnTo>
                  <a:close/>
                </a:path>
                <a:path w="2896870" h="3073400">
                  <a:moveTo>
                    <a:pt x="2896866" y="558800"/>
                  </a:moveTo>
                  <a:lnTo>
                    <a:pt x="2313381" y="558800"/>
                  </a:lnTo>
                  <a:lnTo>
                    <a:pt x="2307057" y="546100"/>
                  </a:lnTo>
                  <a:lnTo>
                    <a:pt x="2891590" y="546100"/>
                  </a:lnTo>
                  <a:lnTo>
                    <a:pt x="2896866" y="558800"/>
                  </a:lnTo>
                  <a:close/>
                </a:path>
                <a:path w="2896870" h="3073400">
                  <a:moveTo>
                    <a:pt x="2881912" y="571500"/>
                  </a:moveTo>
                  <a:lnTo>
                    <a:pt x="2314524" y="571500"/>
                  </a:lnTo>
                  <a:lnTo>
                    <a:pt x="2321812" y="558800"/>
                  </a:lnTo>
                  <a:lnTo>
                    <a:pt x="2888949" y="558800"/>
                  </a:lnTo>
                  <a:lnTo>
                    <a:pt x="2881912" y="571500"/>
                  </a:lnTo>
                  <a:close/>
                </a:path>
                <a:path w="2896870" h="3073400">
                  <a:moveTo>
                    <a:pt x="2206181" y="850900"/>
                  </a:moveTo>
                  <a:lnTo>
                    <a:pt x="2149977" y="850900"/>
                  </a:lnTo>
                  <a:lnTo>
                    <a:pt x="2126151" y="838200"/>
                  </a:lnTo>
                  <a:lnTo>
                    <a:pt x="2105158" y="825500"/>
                  </a:lnTo>
                  <a:lnTo>
                    <a:pt x="2088131" y="800100"/>
                  </a:lnTo>
                  <a:lnTo>
                    <a:pt x="2070850" y="762000"/>
                  </a:lnTo>
                  <a:lnTo>
                    <a:pt x="2073621" y="711200"/>
                  </a:lnTo>
                  <a:lnTo>
                    <a:pt x="2095203" y="673100"/>
                  </a:lnTo>
                  <a:lnTo>
                    <a:pt x="2134358" y="647700"/>
                  </a:lnTo>
                  <a:lnTo>
                    <a:pt x="2176008" y="622300"/>
                  </a:lnTo>
                  <a:lnTo>
                    <a:pt x="2260356" y="596900"/>
                  </a:lnTo>
                  <a:lnTo>
                    <a:pt x="2302506" y="571500"/>
                  </a:lnTo>
                  <a:lnTo>
                    <a:pt x="2869053" y="571500"/>
                  </a:lnTo>
                  <a:lnTo>
                    <a:pt x="2823576" y="584200"/>
                  </a:lnTo>
                  <a:lnTo>
                    <a:pt x="2550649" y="698500"/>
                  </a:lnTo>
                  <a:lnTo>
                    <a:pt x="2232148" y="838200"/>
                  </a:lnTo>
                  <a:lnTo>
                    <a:pt x="2214940" y="838200"/>
                  </a:lnTo>
                  <a:lnTo>
                    <a:pt x="2206181" y="850900"/>
                  </a:lnTo>
                  <a:close/>
                </a:path>
                <a:path w="2896870" h="3073400">
                  <a:moveTo>
                    <a:pt x="497678" y="1790700"/>
                  </a:moveTo>
                  <a:lnTo>
                    <a:pt x="175002" y="1790700"/>
                  </a:lnTo>
                  <a:lnTo>
                    <a:pt x="214410" y="1778000"/>
                  </a:lnTo>
                  <a:lnTo>
                    <a:pt x="253758" y="1778000"/>
                  </a:lnTo>
                  <a:lnTo>
                    <a:pt x="293035" y="1765300"/>
                  </a:lnTo>
                  <a:lnTo>
                    <a:pt x="387584" y="1765300"/>
                  </a:lnTo>
                  <a:lnTo>
                    <a:pt x="497678" y="1790700"/>
                  </a:lnTo>
                  <a:close/>
                </a:path>
                <a:path w="2896870" h="3073400">
                  <a:moveTo>
                    <a:pt x="1390282" y="2870200"/>
                  </a:moveTo>
                  <a:lnTo>
                    <a:pt x="1095568" y="2870200"/>
                  </a:lnTo>
                  <a:lnTo>
                    <a:pt x="1111897" y="2857500"/>
                  </a:lnTo>
                  <a:lnTo>
                    <a:pt x="1127869" y="2857500"/>
                  </a:lnTo>
                  <a:lnTo>
                    <a:pt x="1143377" y="2844800"/>
                  </a:lnTo>
                  <a:lnTo>
                    <a:pt x="1164029" y="2832100"/>
                  </a:lnTo>
                  <a:lnTo>
                    <a:pt x="1179334" y="2819400"/>
                  </a:lnTo>
                  <a:lnTo>
                    <a:pt x="1189044" y="2794000"/>
                  </a:lnTo>
                  <a:lnTo>
                    <a:pt x="1192907" y="2768600"/>
                  </a:lnTo>
                  <a:lnTo>
                    <a:pt x="1191808" y="2717800"/>
                  </a:lnTo>
                  <a:lnTo>
                    <a:pt x="1185749" y="2667000"/>
                  </a:lnTo>
                  <a:lnTo>
                    <a:pt x="1174993" y="2616200"/>
                  </a:lnTo>
                  <a:lnTo>
                    <a:pt x="1159804" y="2565400"/>
                  </a:lnTo>
                  <a:lnTo>
                    <a:pt x="1140449" y="2527300"/>
                  </a:lnTo>
                  <a:lnTo>
                    <a:pt x="1117189" y="2476500"/>
                  </a:lnTo>
                  <a:lnTo>
                    <a:pt x="1090291" y="2438400"/>
                  </a:lnTo>
                  <a:lnTo>
                    <a:pt x="1061417" y="2400300"/>
                  </a:lnTo>
                  <a:lnTo>
                    <a:pt x="1031277" y="2362200"/>
                  </a:lnTo>
                  <a:lnTo>
                    <a:pt x="999870" y="2324100"/>
                  </a:lnTo>
                  <a:lnTo>
                    <a:pt x="967195" y="2286000"/>
                  </a:lnTo>
                  <a:lnTo>
                    <a:pt x="933251" y="2247900"/>
                  </a:lnTo>
                  <a:lnTo>
                    <a:pt x="898037" y="2222500"/>
                  </a:lnTo>
                  <a:lnTo>
                    <a:pt x="861553" y="2197100"/>
                  </a:lnTo>
                  <a:lnTo>
                    <a:pt x="823798" y="2159000"/>
                  </a:lnTo>
                  <a:lnTo>
                    <a:pt x="784770" y="2133600"/>
                  </a:lnTo>
                  <a:lnTo>
                    <a:pt x="744468" y="2108200"/>
                  </a:lnTo>
                  <a:lnTo>
                    <a:pt x="702892" y="2095500"/>
                  </a:lnTo>
                  <a:lnTo>
                    <a:pt x="660041" y="2070100"/>
                  </a:lnTo>
                  <a:lnTo>
                    <a:pt x="615914" y="2044700"/>
                  </a:lnTo>
                  <a:lnTo>
                    <a:pt x="523827" y="2019300"/>
                  </a:lnTo>
                  <a:lnTo>
                    <a:pt x="475865" y="2006600"/>
                  </a:lnTo>
                  <a:lnTo>
                    <a:pt x="442032" y="1993900"/>
                  </a:lnTo>
                  <a:lnTo>
                    <a:pt x="407984" y="1993900"/>
                  </a:lnTo>
                  <a:lnTo>
                    <a:pt x="373745" y="1981200"/>
                  </a:lnTo>
                  <a:lnTo>
                    <a:pt x="935567" y="1981200"/>
                  </a:lnTo>
                  <a:lnTo>
                    <a:pt x="955552" y="1993900"/>
                  </a:lnTo>
                  <a:lnTo>
                    <a:pt x="994319" y="2032000"/>
                  </a:lnTo>
                  <a:lnTo>
                    <a:pt x="1031882" y="2057400"/>
                  </a:lnTo>
                  <a:lnTo>
                    <a:pt x="1068243" y="2095500"/>
                  </a:lnTo>
                  <a:lnTo>
                    <a:pt x="1103401" y="2120900"/>
                  </a:lnTo>
                  <a:lnTo>
                    <a:pt x="1137359" y="2159000"/>
                  </a:lnTo>
                  <a:lnTo>
                    <a:pt x="1170118" y="2197100"/>
                  </a:lnTo>
                  <a:lnTo>
                    <a:pt x="1201677" y="2235200"/>
                  </a:lnTo>
                  <a:lnTo>
                    <a:pt x="1232039" y="2273300"/>
                  </a:lnTo>
                  <a:lnTo>
                    <a:pt x="1261204" y="2324100"/>
                  </a:lnTo>
                  <a:lnTo>
                    <a:pt x="1289173" y="2362200"/>
                  </a:lnTo>
                  <a:lnTo>
                    <a:pt x="1313448" y="2400300"/>
                  </a:lnTo>
                  <a:lnTo>
                    <a:pt x="1335095" y="2451100"/>
                  </a:lnTo>
                  <a:lnTo>
                    <a:pt x="1354051" y="2489200"/>
                  </a:lnTo>
                  <a:lnTo>
                    <a:pt x="1370258" y="2540000"/>
                  </a:lnTo>
                  <a:lnTo>
                    <a:pt x="1383654" y="2578100"/>
                  </a:lnTo>
                  <a:lnTo>
                    <a:pt x="1394179" y="2628900"/>
                  </a:lnTo>
                  <a:lnTo>
                    <a:pt x="1401771" y="2679700"/>
                  </a:lnTo>
                  <a:lnTo>
                    <a:pt x="1406372" y="2717800"/>
                  </a:lnTo>
                  <a:lnTo>
                    <a:pt x="1407918" y="2768600"/>
                  </a:lnTo>
                  <a:lnTo>
                    <a:pt x="1403303" y="2819400"/>
                  </a:lnTo>
                  <a:lnTo>
                    <a:pt x="1390282" y="2870200"/>
                  </a:lnTo>
                  <a:close/>
                </a:path>
                <a:path w="2896870" h="3073400">
                  <a:moveTo>
                    <a:pt x="1167634" y="3073400"/>
                  </a:moveTo>
                  <a:lnTo>
                    <a:pt x="1000137" y="3073400"/>
                  </a:lnTo>
                  <a:lnTo>
                    <a:pt x="920111" y="3048000"/>
                  </a:lnTo>
                  <a:lnTo>
                    <a:pt x="875005" y="3035300"/>
                  </a:lnTo>
                  <a:lnTo>
                    <a:pt x="831439" y="3009900"/>
                  </a:lnTo>
                  <a:lnTo>
                    <a:pt x="789311" y="2997200"/>
                  </a:lnTo>
                  <a:lnTo>
                    <a:pt x="748518" y="2971800"/>
                  </a:lnTo>
                  <a:lnTo>
                    <a:pt x="708958" y="2946400"/>
                  </a:lnTo>
                  <a:lnTo>
                    <a:pt x="670527" y="2908300"/>
                  </a:lnTo>
                  <a:lnTo>
                    <a:pt x="633122" y="2882900"/>
                  </a:lnTo>
                  <a:lnTo>
                    <a:pt x="596642" y="2857500"/>
                  </a:lnTo>
                  <a:lnTo>
                    <a:pt x="558370" y="2819400"/>
                  </a:lnTo>
                  <a:lnTo>
                    <a:pt x="521168" y="2781300"/>
                  </a:lnTo>
                  <a:lnTo>
                    <a:pt x="485013" y="2743200"/>
                  </a:lnTo>
                  <a:lnTo>
                    <a:pt x="449882" y="2705100"/>
                  </a:lnTo>
                  <a:lnTo>
                    <a:pt x="415753" y="2667000"/>
                  </a:lnTo>
                  <a:lnTo>
                    <a:pt x="382602" y="2628900"/>
                  </a:lnTo>
                  <a:lnTo>
                    <a:pt x="350408" y="2590800"/>
                  </a:lnTo>
                  <a:lnTo>
                    <a:pt x="319147" y="2552700"/>
                  </a:lnTo>
                  <a:lnTo>
                    <a:pt x="288797" y="2514600"/>
                  </a:lnTo>
                  <a:lnTo>
                    <a:pt x="259336" y="2476500"/>
                  </a:lnTo>
                  <a:lnTo>
                    <a:pt x="230740" y="2425700"/>
                  </a:lnTo>
                  <a:lnTo>
                    <a:pt x="202986" y="2387600"/>
                  </a:lnTo>
                  <a:lnTo>
                    <a:pt x="176053" y="2349500"/>
                  </a:lnTo>
                  <a:lnTo>
                    <a:pt x="149916" y="2298700"/>
                  </a:lnTo>
                  <a:lnTo>
                    <a:pt x="124555" y="2260600"/>
                  </a:lnTo>
                  <a:lnTo>
                    <a:pt x="99945" y="2209800"/>
                  </a:lnTo>
                  <a:lnTo>
                    <a:pt x="85785" y="2184400"/>
                  </a:lnTo>
                  <a:lnTo>
                    <a:pt x="71720" y="2159000"/>
                  </a:lnTo>
                  <a:lnTo>
                    <a:pt x="42922" y="2095500"/>
                  </a:lnTo>
                  <a:lnTo>
                    <a:pt x="281454" y="2095500"/>
                  </a:lnTo>
                  <a:lnTo>
                    <a:pt x="295634" y="2120900"/>
                  </a:lnTo>
                  <a:lnTo>
                    <a:pt x="317369" y="2159000"/>
                  </a:lnTo>
                  <a:lnTo>
                    <a:pt x="342567" y="2209800"/>
                  </a:lnTo>
                  <a:lnTo>
                    <a:pt x="368646" y="2247900"/>
                  </a:lnTo>
                  <a:lnTo>
                    <a:pt x="395631" y="2298700"/>
                  </a:lnTo>
                  <a:lnTo>
                    <a:pt x="423546" y="2336800"/>
                  </a:lnTo>
                  <a:lnTo>
                    <a:pt x="452415" y="2374900"/>
                  </a:lnTo>
                  <a:lnTo>
                    <a:pt x="482263" y="2413000"/>
                  </a:lnTo>
                  <a:lnTo>
                    <a:pt x="513113" y="2451100"/>
                  </a:lnTo>
                  <a:lnTo>
                    <a:pt x="544991" y="2489200"/>
                  </a:lnTo>
                  <a:lnTo>
                    <a:pt x="577920" y="2527300"/>
                  </a:lnTo>
                  <a:lnTo>
                    <a:pt x="611924" y="2565400"/>
                  </a:lnTo>
                  <a:lnTo>
                    <a:pt x="647028" y="2603500"/>
                  </a:lnTo>
                  <a:lnTo>
                    <a:pt x="683256" y="2641600"/>
                  </a:lnTo>
                  <a:lnTo>
                    <a:pt x="719034" y="2679700"/>
                  </a:lnTo>
                  <a:lnTo>
                    <a:pt x="755742" y="2705100"/>
                  </a:lnTo>
                  <a:lnTo>
                    <a:pt x="793581" y="2743200"/>
                  </a:lnTo>
                  <a:lnTo>
                    <a:pt x="832750" y="2768600"/>
                  </a:lnTo>
                  <a:lnTo>
                    <a:pt x="873451" y="2794000"/>
                  </a:lnTo>
                  <a:lnTo>
                    <a:pt x="915882" y="2819400"/>
                  </a:lnTo>
                  <a:lnTo>
                    <a:pt x="960243" y="2832100"/>
                  </a:lnTo>
                  <a:lnTo>
                    <a:pt x="981887" y="2844800"/>
                  </a:lnTo>
                  <a:lnTo>
                    <a:pt x="1004042" y="2857500"/>
                  </a:lnTo>
                  <a:lnTo>
                    <a:pt x="1049270" y="2857500"/>
                  </a:lnTo>
                  <a:lnTo>
                    <a:pt x="1056700" y="2870200"/>
                  </a:lnTo>
                  <a:lnTo>
                    <a:pt x="1390282" y="2870200"/>
                  </a:lnTo>
                  <a:lnTo>
                    <a:pt x="1370091" y="2921000"/>
                  </a:lnTo>
                  <a:lnTo>
                    <a:pt x="1343967" y="2959100"/>
                  </a:lnTo>
                  <a:lnTo>
                    <a:pt x="1313147" y="2984500"/>
                  </a:lnTo>
                  <a:lnTo>
                    <a:pt x="1278868" y="3022600"/>
                  </a:lnTo>
                  <a:lnTo>
                    <a:pt x="1242364" y="3048000"/>
                  </a:lnTo>
                  <a:lnTo>
                    <a:pt x="1167634" y="3073400"/>
                  </a:lnTo>
                  <a:close/>
                </a:path>
              </a:pathLst>
            </a:custGeom>
            <a:solidFill>
              <a:srgbClr val="F1E4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577" y="3070602"/>
              <a:ext cx="181355" cy="181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577" y="3832601"/>
              <a:ext cx="181355" cy="1813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7577" y="4594600"/>
              <a:ext cx="181355" cy="1813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7577" y="5356600"/>
            <a:ext cx="181355" cy="1813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27911" y="6118783"/>
            <a:ext cx="180975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7911" y="6880783"/>
            <a:ext cx="180975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7911" y="7642783"/>
            <a:ext cx="180975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7911" y="8404783"/>
            <a:ext cx="180975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27911" y="9166783"/>
            <a:ext cx="180975" cy="18097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5390859" y="1820920"/>
            <a:ext cx="2897505" cy="3073400"/>
          </a:xfrm>
          <a:custGeom>
            <a:avLst/>
            <a:gdLst/>
            <a:ahLst/>
            <a:cxnLst/>
            <a:rect l="l" t="t" r="r" b="b"/>
            <a:pathLst>
              <a:path w="2897505" h="3073400">
                <a:moveTo>
                  <a:pt x="646084" y="546100"/>
                </a:moveTo>
                <a:lnTo>
                  <a:pt x="14305" y="546100"/>
                </a:lnTo>
                <a:lnTo>
                  <a:pt x="18795" y="533400"/>
                </a:lnTo>
                <a:lnTo>
                  <a:pt x="157725" y="393700"/>
                </a:lnTo>
                <a:lnTo>
                  <a:pt x="505204" y="50800"/>
                </a:lnTo>
                <a:lnTo>
                  <a:pt x="535684" y="25400"/>
                </a:lnTo>
                <a:lnTo>
                  <a:pt x="553032" y="12700"/>
                </a:lnTo>
                <a:lnTo>
                  <a:pt x="580515" y="12700"/>
                </a:lnTo>
                <a:lnTo>
                  <a:pt x="588262" y="0"/>
                </a:lnTo>
                <a:lnTo>
                  <a:pt x="596010" y="0"/>
                </a:lnTo>
                <a:lnTo>
                  <a:pt x="623558" y="12700"/>
                </a:lnTo>
                <a:lnTo>
                  <a:pt x="670751" y="38100"/>
                </a:lnTo>
                <a:lnTo>
                  <a:pt x="700197" y="88900"/>
                </a:lnTo>
                <a:lnTo>
                  <a:pt x="702308" y="127000"/>
                </a:lnTo>
                <a:lnTo>
                  <a:pt x="694228" y="152400"/>
                </a:lnTo>
                <a:lnTo>
                  <a:pt x="675765" y="177800"/>
                </a:lnTo>
                <a:lnTo>
                  <a:pt x="647184" y="215900"/>
                </a:lnTo>
                <a:lnTo>
                  <a:pt x="588308" y="266700"/>
                </a:lnTo>
                <a:lnTo>
                  <a:pt x="558798" y="304800"/>
                </a:lnTo>
                <a:lnTo>
                  <a:pt x="549645" y="304800"/>
                </a:lnTo>
                <a:lnTo>
                  <a:pt x="540241" y="317500"/>
                </a:lnTo>
                <a:lnTo>
                  <a:pt x="519301" y="342900"/>
                </a:lnTo>
                <a:lnTo>
                  <a:pt x="2484472" y="342900"/>
                </a:lnTo>
                <a:lnTo>
                  <a:pt x="2532836" y="368300"/>
                </a:lnTo>
                <a:lnTo>
                  <a:pt x="2580246" y="393700"/>
                </a:lnTo>
                <a:lnTo>
                  <a:pt x="2626638" y="419100"/>
                </a:lnTo>
                <a:lnTo>
                  <a:pt x="2649293" y="431800"/>
                </a:lnTo>
                <a:lnTo>
                  <a:pt x="1509349" y="431800"/>
                </a:lnTo>
                <a:lnTo>
                  <a:pt x="1460486" y="444500"/>
                </a:lnTo>
                <a:lnTo>
                  <a:pt x="1360178" y="444500"/>
                </a:lnTo>
                <a:lnTo>
                  <a:pt x="1308823" y="457200"/>
                </a:lnTo>
                <a:lnTo>
                  <a:pt x="1206306" y="457200"/>
                </a:lnTo>
                <a:lnTo>
                  <a:pt x="1155139" y="469900"/>
                </a:lnTo>
                <a:lnTo>
                  <a:pt x="1104028" y="469900"/>
                </a:lnTo>
                <a:lnTo>
                  <a:pt x="1052971" y="482600"/>
                </a:lnTo>
                <a:lnTo>
                  <a:pt x="1001964" y="482600"/>
                </a:lnTo>
                <a:lnTo>
                  <a:pt x="951005" y="495300"/>
                </a:lnTo>
                <a:lnTo>
                  <a:pt x="900090" y="495300"/>
                </a:lnTo>
                <a:lnTo>
                  <a:pt x="798383" y="520700"/>
                </a:lnTo>
                <a:lnTo>
                  <a:pt x="747585" y="520700"/>
                </a:lnTo>
                <a:lnTo>
                  <a:pt x="646084" y="546100"/>
                </a:lnTo>
                <a:close/>
              </a:path>
              <a:path w="2897505" h="3073400">
                <a:moveTo>
                  <a:pt x="1921703" y="228600"/>
                </a:moveTo>
                <a:lnTo>
                  <a:pt x="1484725" y="228600"/>
                </a:lnTo>
                <a:lnTo>
                  <a:pt x="1535807" y="215900"/>
                </a:lnTo>
                <a:lnTo>
                  <a:pt x="1869977" y="215900"/>
                </a:lnTo>
                <a:lnTo>
                  <a:pt x="1921703" y="228600"/>
                </a:lnTo>
                <a:close/>
              </a:path>
              <a:path w="2897505" h="3073400">
                <a:moveTo>
                  <a:pt x="2127959" y="254000"/>
                </a:moveTo>
                <a:lnTo>
                  <a:pt x="1179433" y="254000"/>
                </a:lnTo>
                <a:lnTo>
                  <a:pt x="1230183" y="241300"/>
                </a:lnTo>
                <a:lnTo>
                  <a:pt x="1280982" y="241300"/>
                </a:lnTo>
                <a:lnTo>
                  <a:pt x="1331834" y="228600"/>
                </a:lnTo>
                <a:lnTo>
                  <a:pt x="2024971" y="228600"/>
                </a:lnTo>
                <a:lnTo>
                  <a:pt x="2127959" y="254000"/>
                </a:lnTo>
                <a:close/>
              </a:path>
              <a:path w="2897505" h="3073400">
                <a:moveTo>
                  <a:pt x="2484472" y="342900"/>
                </a:moveTo>
                <a:lnTo>
                  <a:pt x="573531" y="342900"/>
                </a:lnTo>
                <a:lnTo>
                  <a:pt x="674200" y="317500"/>
                </a:lnTo>
                <a:lnTo>
                  <a:pt x="724571" y="317500"/>
                </a:lnTo>
                <a:lnTo>
                  <a:pt x="825400" y="292100"/>
                </a:lnTo>
                <a:lnTo>
                  <a:pt x="875862" y="292100"/>
                </a:lnTo>
                <a:lnTo>
                  <a:pt x="926358" y="279400"/>
                </a:lnTo>
                <a:lnTo>
                  <a:pt x="976891" y="279400"/>
                </a:lnTo>
                <a:lnTo>
                  <a:pt x="1027463" y="266700"/>
                </a:lnTo>
                <a:lnTo>
                  <a:pt x="1078076" y="266700"/>
                </a:lnTo>
                <a:lnTo>
                  <a:pt x="1128732" y="254000"/>
                </a:lnTo>
                <a:lnTo>
                  <a:pt x="2179334" y="254000"/>
                </a:lnTo>
                <a:lnTo>
                  <a:pt x="2385144" y="304800"/>
                </a:lnTo>
                <a:lnTo>
                  <a:pt x="2435220" y="330200"/>
                </a:lnTo>
                <a:lnTo>
                  <a:pt x="2484472" y="342900"/>
                </a:lnTo>
                <a:close/>
              </a:path>
              <a:path w="2897505" h="3073400">
                <a:moveTo>
                  <a:pt x="2897143" y="1790700"/>
                </a:moveTo>
                <a:lnTo>
                  <a:pt x="2750053" y="1790700"/>
                </a:lnTo>
                <a:lnTo>
                  <a:pt x="2762656" y="1739900"/>
                </a:lnTo>
                <a:lnTo>
                  <a:pt x="2775437" y="1689100"/>
                </a:lnTo>
                <a:lnTo>
                  <a:pt x="2787718" y="1638300"/>
                </a:lnTo>
                <a:lnTo>
                  <a:pt x="2798819" y="1587500"/>
                </a:lnTo>
                <a:lnTo>
                  <a:pt x="2808410" y="1549400"/>
                </a:lnTo>
                <a:lnTo>
                  <a:pt x="2816432" y="1498600"/>
                </a:lnTo>
                <a:lnTo>
                  <a:pt x="2822817" y="1447800"/>
                </a:lnTo>
                <a:lnTo>
                  <a:pt x="2827493" y="1397000"/>
                </a:lnTo>
                <a:lnTo>
                  <a:pt x="2830392" y="1346200"/>
                </a:lnTo>
                <a:lnTo>
                  <a:pt x="2831443" y="1295400"/>
                </a:lnTo>
                <a:lnTo>
                  <a:pt x="2830575" y="1257300"/>
                </a:lnTo>
                <a:lnTo>
                  <a:pt x="2827719" y="1206500"/>
                </a:lnTo>
                <a:lnTo>
                  <a:pt x="2822805" y="1155700"/>
                </a:lnTo>
                <a:lnTo>
                  <a:pt x="2815762" y="1104900"/>
                </a:lnTo>
                <a:lnTo>
                  <a:pt x="2806521" y="1054100"/>
                </a:lnTo>
                <a:lnTo>
                  <a:pt x="2795011" y="1016000"/>
                </a:lnTo>
                <a:lnTo>
                  <a:pt x="2780259" y="965200"/>
                </a:lnTo>
                <a:lnTo>
                  <a:pt x="2762771" y="914400"/>
                </a:lnTo>
                <a:lnTo>
                  <a:pt x="2742460" y="863600"/>
                </a:lnTo>
                <a:lnTo>
                  <a:pt x="2719241" y="812800"/>
                </a:lnTo>
                <a:lnTo>
                  <a:pt x="2693029" y="762000"/>
                </a:lnTo>
                <a:lnTo>
                  <a:pt x="2665112" y="723900"/>
                </a:lnTo>
                <a:lnTo>
                  <a:pt x="2633734" y="685800"/>
                </a:lnTo>
                <a:lnTo>
                  <a:pt x="2599160" y="660400"/>
                </a:lnTo>
                <a:lnTo>
                  <a:pt x="2561655" y="622300"/>
                </a:lnTo>
                <a:lnTo>
                  <a:pt x="2521482" y="596900"/>
                </a:lnTo>
                <a:lnTo>
                  <a:pt x="2478907" y="571500"/>
                </a:lnTo>
                <a:lnTo>
                  <a:pt x="2430242" y="546100"/>
                </a:lnTo>
                <a:lnTo>
                  <a:pt x="2380544" y="533400"/>
                </a:lnTo>
                <a:lnTo>
                  <a:pt x="2329915" y="508000"/>
                </a:lnTo>
                <a:lnTo>
                  <a:pt x="2120133" y="457200"/>
                </a:lnTo>
                <a:lnTo>
                  <a:pt x="2068300" y="457200"/>
                </a:lnTo>
                <a:lnTo>
                  <a:pt x="2016432" y="444500"/>
                </a:lnTo>
                <a:lnTo>
                  <a:pt x="1912600" y="444500"/>
                </a:lnTo>
                <a:lnTo>
                  <a:pt x="1860638" y="431800"/>
                </a:lnTo>
                <a:lnTo>
                  <a:pt x="2649293" y="431800"/>
                </a:lnTo>
                <a:lnTo>
                  <a:pt x="2671948" y="444500"/>
                </a:lnTo>
                <a:lnTo>
                  <a:pt x="2711773" y="469900"/>
                </a:lnTo>
                <a:lnTo>
                  <a:pt x="2748904" y="508000"/>
                </a:lnTo>
                <a:lnTo>
                  <a:pt x="2783428" y="533400"/>
                </a:lnTo>
                <a:lnTo>
                  <a:pt x="2815436" y="571500"/>
                </a:lnTo>
                <a:lnTo>
                  <a:pt x="2845016" y="609600"/>
                </a:lnTo>
                <a:lnTo>
                  <a:pt x="2872256" y="647700"/>
                </a:lnTo>
                <a:lnTo>
                  <a:pt x="2897143" y="698500"/>
                </a:lnTo>
                <a:lnTo>
                  <a:pt x="2897143" y="1790700"/>
                </a:lnTo>
                <a:close/>
              </a:path>
              <a:path w="2897505" h="3073400">
                <a:moveTo>
                  <a:pt x="583421" y="558800"/>
                </a:moveTo>
                <a:lnTo>
                  <a:pt x="0" y="558800"/>
                </a:lnTo>
                <a:lnTo>
                  <a:pt x="5276" y="546100"/>
                </a:lnTo>
                <a:lnTo>
                  <a:pt x="589737" y="546100"/>
                </a:lnTo>
                <a:lnTo>
                  <a:pt x="583421" y="558800"/>
                </a:lnTo>
                <a:close/>
              </a:path>
              <a:path w="2897505" h="3073400">
                <a:moveTo>
                  <a:pt x="582293" y="571500"/>
                </a:moveTo>
                <a:lnTo>
                  <a:pt x="15001" y="571500"/>
                </a:lnTo>
                <a:lnTo>
                  <a:pt x="7971" y="558800"/>
                </a:lnTo>
                <a:lnTo>
                  <a:pt x="575034" y="558800"/>
                </a:lnTo>
                <a:lnTo>
                  <a:pt x="582293" y="571500"/>
                </a:lnTo>
                <a:close/>
              </a:path>
              <a:path w="2897505" h="3073400">
                <a:moveTo>
                  <a:pt x="746886" y="850900"/>
                </a:moveTo>
                <a:lnTo>
                  <a:pt x="690666" y="850900"/>
                </a:lnTo>
                <a:lnTo>
                  <a:pt x="681877" y="838200"/>
                </a:lnTo>
                <a:lnTo>
                  <a:pt x="664716" y="838200"/>
                </a:lnTo>
                <a:lnTo>
                  <a:pt x="619214" y="812800"/>
                </a:lnTo>
                <a:lnTo>
                  <a:pt x="300723" y="685800"/>
                </a:lnTo>
                <a:lnTo>
                  <a:pt x="27812" y="571500"/>
                </a:lnTo>
                <a:lnTo>
                  <a:pt x="594358" y="571500"/>
                </a:lnTo>
                <a:lnTo>
                  <a:pt x="636508" y="596900"/>
                </a:lnTo>
                <a:lnTo>
                  <a:pt x="720856" y="622300"/>
                </a:lnTo>
                <a:lnTo>
                  <a:pt x="762505" y="647700"/>
                </a:lnTo>
                <a:lnTo>
                  <a:pt x="801662" y="673100"/>
                </a:lnTo>
                <a:lnTo>
                  <a:pt x="823244" y="711200"/>
                </a:lnTo>
                <a:lnTo>
                  <a:pt x="826014" y="762000"/>
                </a:lnTo>
                <a:lnTo>
                  <a:pt x="808734" y="800100"/>
                </a:lnTo>
                <a:lnTo>
                  <a:pt x="791706" y="825500"/>
                </a:lnTo>
                <a:lnTo>
                  <a:pt x="770713" y="838200"/>
                </a:lnTo>
                <a:lnTo>
                  <a:pt x="746886" y="850900"/>
                </a:lnTo>
                <a:close/>
              </a:path>
              <a:path w="2897505" h="3073400">
                <a:moveTo>
                  <a:pt x="1896678" y="3073400"/>
                </a:moveTo>
                <a:lnTo>
                  <a:pt x="1729227" y="3073400"/>
                </a:lnTo>
                <a:lnTo>
                  <a:pt x="1654498" y="3048000"/>
                </a:lnTo>
                <a:lnTo>
                  <a:pt x="1617995" y="3022600"/>
                </a:lnTo>
                <a:lnTo>
                  <a:pt x="1583715" y="2984500"/>
                </a:lnTo>
                <a:lnTo>
                  <a:pt x="1552895" y="2959100"/>
                </a:lnTo>
                <a:lnTo>
                  <a:pt x="1526772" y="2921000"/>
                </a:lnTo>
                <a:lnTo>
                  <a:pt x="1506581" y="2870200"/>
                </a:lnTo>
                <a:lnTo>
                  <a:pt x="1493560" y="2819400"/>
                </a:lnTo>
                <a:lnTo>
                  <a:pt x="1488944" y="2768600"/>
                </a:lnTo>
                <a:lnTo>
                  <a:pt x="1490491" y="2717800"/>
                </a:lnTo>
                <a:lnTo>
                  <a:pt x="1495091" y="2679700"/>
                </a:lnTo>
                <a:lnTo>
                  <a:pt x="1502684" y="2628900"/>
                </a:lnTo>
                <a:lnTo>
                  <a:pt x="1513208" y="2578100"/>
                </a:lnTo>
                <a:lnTo>
                  <a:pt x="1526604" y="2540000"/>
                </a:lnTo>
                <a:lnTo>
                  <a:pt x="1542811" y="2489200"/>
                </a:lnTo>
                <a:lnTo>
                  <a:pt x="1561768" y="2451100"/>
                </a:lnTo>
                <a:lnTo>
                  <a:pt x="1583415" y="2400300"/>
                </a:lnTo>
                <a:lnTo>
                  <a:pt x="1607690" y="2362200"/>
                </a:lnTo>
                <a:lnTo>
                  <a:pt x="1635659" y="2324100"/>
                </a:lnTo>
                <a:lnTo>
                  <a:pt x="1664824" y="2273300"/>
                </a:lnTo>
                <a:lnTo>
                  <a:pt x="1695186" y="2235200"/>
                </a:lnTo>
                <a:lnTo>
                  <a:pt x="1726745" y="2197100"/>
                </a:lnTo>
                <a:lnTo>
                  <a:pt x="1759503" y="2159000"/>
                </a:lnTo>
                <a:lnTo>
                  <a:pt x="1793461" y="2120900"/>
                </a:lnTo>
                <a:lnTo>
                  <a:pt x="1828619" y="2095500"/>
                </a:lnTo>
                <a:lnTo>
                  <a:pt x="1864980" y="2057400"/>
                </a:lnTo>
                <a:lnTo>
                  <a:pt x="1902543" y="2032000"/>
                </a:lnTo>
                <a:lnTo>
                  <a:pt x="1941310" y="1993900"/>
                </a:lnTo>
                <a:lnTo>
                  <a:pt x="1981281" y="1968500"/>
                </a:lnTo>
                <a:lnTo>
                  <a:pt x="2022458" y="1943100"/>
                </a:lnTo>
                <a:lnTo>
                  <a:pt x="2064842" y="1917700"/>
                </a:lnTo>
                <a:lnTo>
                  <a:pt x="2108434" y="1892300"/>
                </a:lnTo>
                <a:lnTo>
                  <a:pt x="2153234" y="1866900"/>
                </a:lnTo>
                <a:lnTo>
                  <a:pt x="2199244" y="1854200"/>
                </a:lnTo>
                <a:lnTo>
                  <a:pt x="2246465" y="1828800"/>
                </a:lnTo>
                <a:lnTo>
                  <a:pt x="2344542" y="1803400"/>
                </a:lnTo>
                <a:lnTo>
                  <a:pt x="2509276" y="1765300"/>
                </a:lnTo>
                <a:lnTo>
                  <a:pt x="2603826" y="1765300"/>
                </a:lnTo>
                <a:lnTo>
                  <a:pt x="2643103" y="1778000"/>
                </a:lnTo>
                <a:lnTo>
                  <a:pt x="2682451" y="1778000"/>
                </a:lnTo>
                <a:lnTo>
                  <a:pt x="2721859" y="1790700"/>
                </a:lnTo>
                <a:lnTo>
                  <a:pt x="2897143" y="1790700"/>
                </a:lnTo>
                <a:lnTo>
                  <a:pt x="2897143" y="1981200"/>
                </a:lnTo>
                <a:lnTo>
                  <a:pt x="2522988" y="1981200"/>
                </a:lnTo>
                <a:lnTo>
                  <a:pt x="2488750" y="1993900"/>
                </a:lnTo>
                <a:lnTo>
                  <a:pt x="2454702" y="1993900"/>
                </a:lnTo>
                <a:lnTo>
                  <a:pt x="2420869" y="2006600"/>
                </a:lnTo>
                <a:lnTo>
                  <a:pt x="2372907" y="2019300"/>
                </a:lnTo>
                <a:lnTo>
                  <a:pt x="2280821" y="2044700"/>
                </a:lnTo>
                <a:lnTo>
                  <a:pt x="2236693" y="2070100"/>
                </a:lnTo>
                <a:lnTo>
                  <a:pt x="2193842" y="2095500"/>
                </a:lnTo>
                <a:lnTo>
                  <a:pt x="2152267" y="2108200"/>
                </a:lnTo>
                <a:lnTo>
                  <a:pt x="2111965" y="2133600"/>
                </a:lnTo>
                <a:lnTo>
                  <a:pt x="2072937" y="2159000"/>
                </a:lnTo>
                <a:lnTo>
                  <a:pt x="2035181" y="2197100"/>
                </a:lnTo>
                <a:lnTo>
                  <a:pt x="1998697" y="2222500"/>
                </a:lnTo>
                <a:lnTo>
                  <a:pt x="1963484" y="2260600"/>
                </a:lnTo>
                <a:lnTo>
                  <a:pt x="1929540" y="2286000"/>
                </a:lnTo>
                <a:lnTo>
                  <a:pt x="1896865" y="2324100"/>
                </a:lnTo>
                <a:lnTo>
                  <a:pt x="1865458" y="2362200"/>
                </a:lnTo>
                <a:lnTo>
                  <a:pt x="1835318" y="2400300"/>
                </a:lnTo>
                <a:lnTo>
                  <a:pt x="1806444" y="2438400"/>
                </a:lnTo>
                <a:lnTo>
                  <a:pt x="1779539" y="2476500"/>
                </a:lnTo>
                <a:lnTo>
                  <a:pt x="1756265" y="2527300"/>
                </a:lnTo>
                <a:lnTo>
                  <a:pt x="1736891" y="2565400"/>
                </a:lnTo>
                <a:lnTo>
                  <a:pt x="1721690" y="2616200"/>
                </a:lnTo>
                <a:lnTo>
                  <a:pt x="1710932" y="2667000"/>
                </a:lnTo>
                <a:lnTo>
                  <a:pt x="1704888" y="2717800"/>
                </a:lnTo>
                <a:lnTo>
                  <a:pt x="1703828" y="2768600"/>
                </a:lnTo>
                <a:lnTo>
                  <a:pt x="1707692" y="2794000"/>
                </a:lnTo>
                <a:lnTo>
                  <a:pt x="1717402" y="2819400"/>
                </a:lnTo>
                <a:lnTo>
                  <a:pt x="1732707" y="2832100"/>
                </a:lnTo>
                <a:lnTo>
                  <a:pt x="1753358" y="2844800"/>
                </a:lnTo>
                <a:lnTo>
                  <a:pt x="1768866" y="2857500"/>
                </a:lnTo>
                <a:lnTo>
                  <a:pt x="1784838" y="2857500"/>
                </a:lnTo>
                <a:lnTo>
                  <a:pt x="1801167" y="2870200"/>
                </a:lnTo>
                <a:lnTo>
                  <a:pt x="2281958" y="2870200"/>
                </a:lnTo>
                <a:lnTo>
                  <a:pt x="2263697" y="2882900"/>
                </a:lnTo>
                <a:lnTo>
                  <a:pt x="2226263" y="2908300"/>
                </a:lnTo>
                <a:lnTo>
                  <a:pt x="2187815" y="2946400"/>
                </a:lnTo>
                <a:lnTo>
                  <a:pt x="2148248" y="2971800"/>
                </a:lnTo>
                <a:lnTo>
                  <a:pt x="2107461" y="2997200"/>
                </a:lnTo>
                <a:lnTo>
                  <a:pt x="2065351" y="3009900"/>
                </a:lnTo>
                <a:lnTo>
                  <a:pt x="2021815" y="3035300"/>
                </a:lnTo>
                <a:lnTo>
                  <a:pt x="1976751" y="3048000"/>
                </a:lnTo>
                <a:lnTo>
                  <a:pt x="1896678" y="3073400"/>
                </a:lnTo>
                <a:close/>
              </a:path>
              <a:path w="2897505" h="3073400">
                <a:moveTo>
                  <a:pt x="2281958" y="2870200"/>
                </a:moveTo>
                <a:lnTo>
                  <a:pt x="1847465" y="2870200"/>
                </a:lnTo>
                <a:lnTo>
                  <a:pt x="1870198" y="2857500"/>
                </a:lnTo>
                <a:lnTo>
                  <a:pt x="1892740" y="2857500"/>
                </a:lnTo>
                <a:lnTo>
                  <a:pt x="1914902" y="2844800"/>
                </a:lnTo>
                <a:lnTo>
                  <a:pt x="1936491" y="2832100"/>
                </a:lnTo>
                <a:lnTo>
                  <a:pt x="1980853" y="2819400"/>
                </a:lnTo>
                <a:lnTo>
                  <a:pt x="2023284" y="2794000"/>
                </a:lnTo>
                <a:lnTo>
                  <a:pt x="2063984" y="2768600"/>
                </a:lnTo>
                <a:lnTo>
                  <a:pt x="2103154" y="2743200"/>
                </a:lnTo>
                <a:lnTo>
                  <a:pt x="2140993" y="2705100"/>
                </a:lnTo>
                <a:lnTo>
                  <a:pt x="2177701" y="2679700"/>
                </a:lnTo>
                <a:lnTo>
                  <a:pt x="2213478" y="2641600"/>
                </a:lnTo>
                <a:lnTo>
                  <a:pt x="2249706" y="2603500"/>
                </a:lnTo>
                <a:lnTo>
                  <a:pt x="2284810" y="2565400"/>
                </a:lnTo>
                <a:lnTo>
                  <a:pt x="2318815" y="2527300"/>
                </a:lnTo>
                <a:lnTo>
                  <a:pt x="2351743" y="2489200"/>
                </a:lnTo>
                <a:lnTo>
                  <a:pt x="2383621" y="2451100"/>
                </a:lnTo>
                <a:lnTo>
                  <a:pt x="2414471" y="2413000"/>
                </a:lnTo>
                <a:lnTo>
                  <a:pt x="2444319" y="2374900"/>
                </a:lnTo>
                <a:lnTo>
                  <a:pt x="2473188" y="2336800"/>
                </a:lnTo>
                <a:lnTo>
                  <a:pt x="2501103" y="2298700"/>
                </a:lnTo>
                <a:lnTo>
                  <a:pt x="2528088" y="2247900"/>
                </a:lnTo>
                <a:lnTo>
                  <a:pt x="2554167" y="2209800"/>
                </a:lnTo>
                <a:lnTo>
                  <a:pt x="2579365" y="2159000"/>
                </a:lnTo>
                <a:lnTo>
                  <a:pt x="2601046" y="2120900"/>
                </a:lnTo>
                <a:lnTo>
                  <a:pt x="2622322" y="2082800"/>
                </a:lnTo>
                <a:lnTo>
                  <a:pt x="2643837" y="2044700"/>
                </a:lnTo>
                <a:lnTo>
                  <a:pt x="2666233" y="1993900"/>
                </a:lnTo>
                <a:lnTo>
                  <a:pt x="2614863" y="1993900"/>
                </a:lnTo>
                <a:lnTo>
                  <a:pt x="2595636" y="1981200"/>
                </a:lnTo>
                <a:lnTo>
                  <a:pt x="2897143" y="1981200"/>
                </a:lnTo>
                <a:lnTo>
                  <a:pt x="2897143" y="2095500"/>
                </a:lnTo>
                <a:lnTo>
                  <a:pt x="2853938" y="2095500"/>
                </a:lnTo>
                <a:lnTo>
                  <a:pt x="2839278" y="2133600"/>
                </a:lnTo>
                <a:lnTo>
                  <a:pt x="2825046" y="2159000"/>
                </a:lnTo>
                <a:lnTo>
                  <a:pt x="2796914" y="2209800"/>
                </a:lnTo>
                <a:lnTo>
                  <a:pt x="2772305" y="2260600"/>
                </a:lnTo>
                <a:lnTo>
                  <a:pt x="2746944" y="2298700"/>
                </a:lnTo>
                <a:lnTo>
                  <a:pt x="2720807" y="2349500"/>
                </a:lnTo>
                <a:lnTo>
                  <a:pt x="2693874" y="2387600"/>
                </a:lnTo>
                <a:lnTo>
                  <a:pt x="2666121" y="2425700"/>
                </a:lnTo>
                <a:lnTo>
                  <a:pt x="2637524" y="2476500"/>
                </a:lnTo>
                <a:lnTo>
                  <a:pt x="2608063" y="2514600"/>
                </a:lnTo>
                <a:lnTo>
                  <a:pt x="2577713" y="2552700"/>
                </a:lnTo>
                <a:lnTo>
                  <a:pt x="2546452" y="2590800"/>
                </a:lnTo>
                <a:lnTo>
                  <a:pt x="2514258" y="2628900"/>
                </a:lnTo>
                <a:lnTo>
                  <a:pt x="2481108" y="2667000"/>
                </a:lnTo>
                <a:lnTo>
                  <a:pt x="2446978" y="2705100"/>
                </a:lnTo>
                <a:lnTo>
                  <a:pt x="2411848" y="2743200"/>
                </a:lnTo>
                <a:lnTo>
                  <a:pt x="2375692" y="2781300"/>
                </a:lnTo>
                <a:lnTo>
                  <a:pt x="2338490" y="2819400"/>
                </a:lnTo>
                <a:lnTo>
                  <a:pt x="2300218" y="2857500"/>
                </a:lnTo>
                <a:lnTo>
                  <a:pt x="2281958" y="2870200"/>
                </a:lnTo>
                <a:close/>
              </a:path>
              <a:path w="2897505" h="3073400">
                <a:moveTo>
                  <a:pt x="2897143" y="2146300"/>
                </a:moveTo>
                <a:lnTo>
                  <a:pt x="2892316" y="2146300"/>
                </a:lnTo>
                <a:lnTo>
                  <a:pt x="2887244" y="2133600"/>
                </a:lnTo>
                <a:lnTo>
                  <a:pt x="2882029" y="2133600"/>
                </a:lnTo>
                <a:lnTo>
                  <a:pt x="2876671" y="2120900"/>
                </a:lnTo>
                <a:lnTo>
                  <a:pt x="2871994" y="2120900"/>
                </a:lnTo>
                <a:lnTo>
                  <a:pt x="2866685" y="2108200"/>
                </a:lnTo>
                <a:lnTo>
                  <a:pt x="2860687" y="2108200"/>
                </a:lnTo>
                <a:lnTo>
                  <a:pt x="2853938" y="2095500"/>
                </a:lnTo>
                <a:lnTo>
                  <a:pt x="2897143" y="2095500"/>
                </a:lnTo>
                <a:lnTo>
                  <a:pt x="2897143" y="2146300"/>
                </a:lnTo>
                <a:close/>
              </a:path>
            </a:pathLst>
          </a:custGeom>
          <a:solidFill>
            <a:srgbClr val="F1E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16000" y="1501663"/>
            <a:ext cx="280162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0" b="0">
                <a:latin typeface="Verdana"/>
                <a:cs typeface="Verdana"/>
              </a:rPr>
              <a:t>CONTENT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96186" y="2710097"/>
            <a:ext cx="7207250" cy="6797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dirty="0" sz="4300">
                <a:latin typeface="Tahoma"/>
                <a:cs typeface="Tahoma"/>
              </a:rPr>
              <a:t>Introductiontodesign</a:t>
            </a:r>
            <a:r>
              <a:rPr dirty="0" sz="4300" spc="135">
                <a:latin typeface="Tahoma"/>
                <a:cs typeface="Tahoma"/>
              </a:rPr>
              <a:t> </a:t>
            </a:r>
            <a:r>
              <a:rPr dirty="0" sz="4300" spc="-10">
                <a:latin typeface="Tahoma"/>
                <a:cs typeface="Tahoma"/>
              </a:rPr>
              <a:t>thinking </a:t>
            </a:r>
            <a:r>
              <a:rPr dirty="0" sz="4300" spc="80">
                <a:latin typeface="Tahoma"/>
                <a:cs typeface="Tahoma"/>
              </a:rPr>
              <a:t>problem</a:t>
            </a:r>
            <a:r>
              <a:rPr dirty="0" sz="4300" spc="-215">
                <a:latin typeface="Tahoma"/>
                <a:cs typeface="Tahoma"/>
              </a:rPr>
              <a:t> </a:t>
            </a:r>
            <a:r>
              <a:rPr dirty="0" sz="4300" spc="-10">
                <a:latin typeface="Tahoma"/>
                <a:cs typeface="Tahoma"/>
              </a:rPr>
              <a:t>statement</a:t>
            </a:r>
            <a:endParaRPr sz="4300">
              <a:latin typeface="Tahoma"/>
              <a:cs typeface="Tahoma"/>
            </a:endParaRPr>
          </a:p>
          <a:p>
            <a:pPr marL="12700" marR="5010785">
              <a:lnSpc>
                <a:spcPct val="114799"/>
              </a:lnSpc>
            </a:pPr>
            <a:r>
              <a:rPr dirty="0" sz="4300" spc="35">
                <a:latin typeface="Tahoma"/>
                <a:cs typeface="Tahoma"/>
              </a:rPr>
              <a:t>Empathy </a:t>
            </a:r>
            <a:r>
              <a:rPr dirty="0" sz="4300" spc="50">
                <a:latin typeface="Tahoma"/>
                <a:cs typeface="Tahoma"/>
              </a:rPr>
              <a:t>Define </a:t>
            </a:r>
            <a:r>
              <a:rPr dirty="0" sz="4300" spc="-10">
                <a:latin typeface="Tahoma"/>
                <a:cs typeface="Tahoma"/>
              </a:rPr>
              <a:t>Ideate</a:t>
            </a:r>
            <a:endParaRPr sz="4300">
              <a:latin typeface="Tahoma"/>
              <a:cs typeface="Tahoma"/>
            </a:endParaRPr>
          </a:p>
          <a:p>
            <a:pPr marL="12700" marR="3919220">
              <a:lnSpc>
                <a:spcPct val="114799"/>
              </a:lnSpc>
              <a:spcBef>
                <a:spcPts val="5"/>
              </a:spcBef>
            </a:pPr>
            <a:r>
              <a:rPr dirty="0" sz="4300" spc="55">
                <a:latin typeface="Tahoma"/>
                <a:cs typeface="Tahoma"/>
              </a:rPr>
              <a:t>story</a:t>
            </a:r>
            <a:r>
              <a:rPr dirty="0" sz="4300" spc="-235">
                <a:latin typeface="Tahoma"/>
                <a:cs typeface="Tahoma"/>
              </a:rPr>
              <a:t> </a:t>
            </a:r>
            <a:r>
              <a:rPr dirty="0" sz="4300" spc="50">
                <a:latin typeface="Tahoma"/>
                <a:cs typeface="Tahoma"/>
              </a:rPr>
              <a:t>bording </a:t>
            </a:r>
            <a:r>
              <a:rPr dirty="0" sz="4300">
                <a:latin typeface="Tahoma"/>
                <a:cs typeface="Tahoma"/>
              </a:rPr>
              <a:t>proto</a:t>
            </a:r>
            <a:r>
              <a:rPr dirty="0" sz="4300" spc="5">
                <a:latin typeface="Tahoma"/>
                <a:cs typeface="Tahoma"/>
              </a:rPr>
              <a:t> </a:t>
            </a:r>
            <a:r>
              <a:rPr dirty="0" sz="4300" spc="40">
                <a:latin typeface="Tahoma"/>
                <a:cs typeface="Tahoma"/>
              </a:rPr>
              <a:t>type</a:t>
            </a:r>
            <a:endParaRPr sz="4300">
              <a:latin typeface="Tahoma"/>
              <a:cs typeface="Tahoma"/>
            </a:endParaRPr>
          </a:p>
          <a:p>
            <a:pPr marL="12700" marR="302260">
              <a:lnSpc>
                <a:spcPct val="114799"/>
              </a:lnSpc>
            </a:pPr>
            <a:r>
              <a:rPr dirty="0" sz="4300" spc="90">
                <a:latin typeface="Tahoma"/>
                <a:cs typeface="Tahoma"/>
              </a:rPr>
              <a:t>Proto</a:t>
            </a:r>
            <a:r>
              <a:rPr dirty="0" sz="4300" spc="170">
                <a:latin typeface="Tahoma"/>
                <a:cs typeface="Tahoma"/>
              </a:rPr>
              <a:t> </a:t>
            </a:r>
            <a:r>
              <a:rPr dirty="0" sz="4300" spc="60">
                <a:latin typeface="Tahoma"/>
                <a:cs typeface="Tahoma"/>
              </a:rPr>
              <a:t>type</a:t>
            </a:r>
            <a:r>
              <a:rPr dirty="0" sz="4300" spc="-60">
                <a:latin typeface="Tahoma"/>
                <a:cs typeface="Tahoma"/>
              </a:rPr>
              <a:t> </a:t>
            </a:r>
            <a:r>
              <a:rPr dirty="0" sz="4300" spc="45">
                <a:latin typeface="Tahoma"/>
                <a:cs typeface="Tahoma"/>
              </a:rPr>
              <a:t>explanationstory </a:t>
            </a:r>
            <a:r>
              <a:rPr dirty="0" sz="4300" spc="40">
                <a:latin typeface="Tahoma"/>
                <a:cs typeface="Tahoma"/>
              </a:rPr>
              <a:t>conclusion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7514" y="3462097"/>
            <a:ext cx="6029324" cy="58007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9467" y="281374"/>
            <a:ext cx="12952730" cy="23685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5"/>
              </a:spcBef>
            </a:pPr>
            <a:r>
              <a:rPr dirty="0" sz="6600" spc="-345" b="0">
                <a:latin typeface="Verdana"/>
                <a:cs typeface="Verdana"/>
              </a:rPr>
              <a:t>WHAT</a:t>
            </a:r>
            <a:r>
              <a:rPr dirty="0" sz="6600" spc="484" b="0">
                <a:latin typeface="Verdana"/>
                <a:cs typeface="Verdana"/>
              </a:rPr>
              <a:t> </a:t>
            </a:r>
            <a:r>
              <a:rPr dirty="0" sz="6600" spc="-875" b="0">
                <a:latin typeface="Verdana"/>
                <a:cs typeface="Verdana"/>
              </a:rPr>
              <a:t>IS</a:t>
            </a:r>
            <a:r>
              <a:rPr dirty="0" sz="6600" spc="555" b="0">
                <a:latin typeface="Verdana"/>
                <a:cs typeface="Verdana"/>
              </a:rPr>
              <a:t>  </a:t>
            </a:r>
            <a:r>
              <a:rPr dirty="0" sz="6600" spc="-670" b="0">
                <a:latin typeface="Verdana"/>
                <a:cs typeface="Verdana"/>
              </a:rPr>
              <a:t>DESIGN</a:t>
            </a:r>
            <a:r>
              <a:rPr dirty="0" sz="6600" spc="-915" b="0">
                <a:latin typeface="Verdana"/>
                <a:cs typeface="Verdana"/>
              </a:rPr>
              <a:t> </a:t>
            </a:r>
            <a:r>
              <a:rPr dirty="0" sz="6600" spc="-555" b="0">
                <a:latin typeface="Verdana"/>
                <a:cs typeface="Verdana"/>
              </a:rPr>
              <a:t>THINKING</a:t>
            </a:r>
            <a:r>
              <a:rPr dirty="0" sz="6600" spc="-919" b="0">
                <a:latin typeface="Verdana"/>
                <a:cs typeface="Verdana"/>
              </a:rPr>
              <a:t> </a:t>
            </a:r>
            <a:r>
              <a:rPr dirty="0" sz="6600" spc="-425" b="0">
                <a:latin typeface="Verdana"/>
                <a:cs typeface="Verdana"/>
              </a:rPr>
              <a:t>AND </a:t>
            </a:r>
            <a:r>
              <a:rPr dirty="0" sz="6600" spc="-505" b="0">
                <a:latin typeface="Verdana"/>
                <a:cs typeface="Verdana"/>
              </a:rPr>
              <a:t>INNOVATION</a:t>
            </a:r>
            <a:endParaRPr sz="6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853" y="3573843"/>
            <a:ext cx="8780780" cy="5626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6700"/>
              </a:lnSpc>
              <a:spcBef>
                <a:spcPts val="95"/>
              </a:spcBef>
            </a:pPr>
            <a:r>
              <a:rPr dirty="0" sz="4500" spc="100">
                <a:latin typeface="Tahoma"/>
                <a:cs typeface="Tahoma"/>
              </a:rPr>
              <a:t>Design</a:t>
            </a:r>
            <a:r>
              <a:rPr dirty="0" sz="4500" spc="-125">
                <a:latin typeface="Tahoma"/>
                <a:cs typeface="Tahoma"/>
              </a:rPr>
              <a:t> </a:t>
            </a:r>
            <a:r>
              <a:rPr dirty="0" sz="4500">
                <a:latin typeface="Tahoma"/>
                <a:cs typeface="Tahoma"/>
              </a:rPr>
              <a:t>Thinking</a:t>
            </a:r>
            <a:r>
              <a:rPr dirty="0" sz="4500" spc="-125">
                <a:latin typeface="Tahoma"/>
                <a:cs typeface="Tahoma"/>
              </a:rPr>
              <a:t> </a:t>
            </a:r>
            <a:r>
              <a:rPr dirty="0" sz="4500" spc="75">
                <a:latin typeface="Tahoma"/>
                <a:cs typeface="Tahoma"/>
              </a:rPr>
              <a:t>is</a:t>
            </a:r>
            <a:r>
              <a:rPr dirty="0" sz="4500" spc="-125">
                <a:latin typeface="Tahoma"/>
                <a:cs typeface="Tahoma"/>
              </a:rPr>
              <a:t> </a:t>
            </a:r>
            <a:r>
              <a:rPr dirty="0" sz="4500" spc="45">
                <a:latin typeface="Tahoma"/>
                <a:cs typeface="Tahoma"/>
              </a:rPr>
              <a:t>ahuman-</a:t>
            </a:r>
            <a:r>
              <a:rPr dirty="0" sz="4500">
                <a:latin typeface="Tahoma"/>
                <a:cs typeface="Tahoma"/>
              </a:rPr>
              <a:t>centeredapproach</a:t>
            </a:r>
            <a:r>
              <a:rPr dirty="0" sz="4500" spc="345">
                <a:latin typeface="Tahoma"/>
                <a:cs typeface="Tahoma"/>
              </a:rPr>
              <a:t> </a:t>
            </a:r>
            <a:r>
              <a:rPr dirty="0" sz="4500" spc="35">
                <a:latin typeface="Tahoma"/>
                <a:cs typeface="Tahoma"/>
              </a:rPr>
              <a:t>to </a:t>
            </a:r>
            <a:r>
              <a:rPr dirty="0" sz="4500">
                <a:latin typeface="Tahoma"/>
                <a:cs typeface="Tahoma"/>
              </a:rPr>
              <a:t>innovationthat</a:t>
            </a:r>
            <a:r>
              <a:rPr dirty="0" sz="4500" spc="270">
                <a:latin typeface="Tahoma"/>
                <a:cs typeface="Tahoma"/>
              </a:rPr>
              <a:t> </a:t>
            </a:r>
            <a:r>
              <a:rPr dirty="0" sz="4500" spc="40">
                <a:latin typeface="Tahoma"/>
                <a:cs typeface="Tahoma"/>
              </a:rPr>
              <a:t>integrates </a:t>
            </a:r>
            <a:r>
              <a:rPr dirty="0" sz="4500">
                <a:latin typeface="Tahoma"/>
                <a:cs typeface="Tahoma"/>
              </a:rPr>
              <a:t>customeremotion</a:t>
            </a:r>
            <a:r>
              <a:rPr dirty="0" sz="4500" spc="160">
                <a:latin typeface="Tahoma"/>
                <a:cs typeface="Tahoma"/>
              </a:rPr>
              <a:t> </a:t>
            </a:r>
            <a:r>
              <a:rPr dirty="0" sz="4500">
                <a:latin typeface="Tahoma"/>
                <a:cs typeface="Tahoma"/>
              </a:rPr>
              <a:t>and</a:t>
            </a:r>
            <a:r>
              <a:rPr dirty="0" sz="4500" spc="160">
                <a:latin typeface="Tahoma"/>
                <a:cs typeface="Tahoma"/>
              </a:rPr>
              <a:t> </a:t>
            </a:r>
            <a:r>
              <a:rPr dirty="0" sz="4500" spc="-10">
                <a:latin typeface="Tahoma"/>
                <a:cs typeface="Tahoma"/>
              </a:rPr>
              <a:t>empathy, </a:t>
            </a:r>
            <a:r>
              <a:rPr dirty="0" sz="4500" spc="80">
                <a:latin typeface="Tahoma"/>
                <a:cs typeface="Tahoma"/>
              </a:rPr>
              <a:t>thepossibilities</a:t>
            </a:r>
            <a:r>
              <a:rPr dirty="0" sz="4500" spc="-240">
                <a:latin typeface="Tahoma"/>
                <a:cs typeface="Tahoma"/>
              </a:rPr>
              <a:t> </a:t>
            </a:r>
            <a:r>
              <a:rPr dirty="0" sz="4500" spc="50">
                <a:latin typeface="Tahoma"/>
                <a:cs typeface="Tahoma"/>
              </a:rPr>
              <a:t>of</a:t>
            </a:r>
            <a:r>
              <a:rPr dirty="0" sz="4500" spc="-235">
                <a:latin typeface="Tahoma"/>
                <a:cs typeface="Tahoma"/>
              </a:rPr>
              <a:t> </a:t>
            </a:r>
            <a:r>
              <a:rPr dirty="0" sz="4500" spc="95">
                <a:latin typeface="Tahoma"/>
                <a:cs typeface="Tahoma"/>
              </a:rPr>
              <a:t>digital</a:t>
            </a:r>
            <a:r>
              <a:rPr dirty="0" sz="4500" spc="-240">
                <a:latin typeface="Tahoma"/>
                <a:cs typeface="Tahoma"/>
              </a:rPr>
              <a:t> </a:t>
            </a:r>
            <a:r>
              <a:rPr dirty="0" sz="4500" spc="-10">
                <a:latin typeface="Tahoma"/>
                <a:cs typeface="Tahoma"/>
              </a:rPr>
              <a:t>techand </a:t>
            </a:r>
            <a:r>
              <a:rPr dirty="0" sz="4500">
                <a:latin typeface="Tahoma"/>
                <a:cs typeface="Tahoma"/>
              </a:rPr>
              <a:t>analytics,</a:t>
            </a:r>
            <a:r>
              <a:rPr dirty="0" sz="4500" spc="105">
                <a:latin typeface="Tahoma"/>
                <a:cs typeface="Tahoma"/>
              </a:rPr>
              <a:t> </a:t>
            </a:r>
            <a:r>
              <a:rPr dirty="0" sz="4500">
                <a:latin typeface="Tahoma"/>
                <a:cs typeface="Tahoma"/>
              </a:rPr>
              <a:t>and</a:t>
            </a:r>
            <a:r>
              <a:rPr dirty="0" sz="4500" spc="105">
                <a:latin typeface="Tahoma"/>
                <a:cs typeface="Tahoma"/>
              </a:rPr>
              <a:t> </a:t>
            </a:r>
            <a:r>
              <a:rPr dirty="0" sz="4500">
                <a:latin typeface="Tahoma"/>
                <a:cs typeface="Tahoma"/>
              </a:rPr>
              <a:t>therequirements</a:t>
            </a:r>
            <a:r>
              <a:rPr dirty="0" sz="4500" spc="105">
                <a:latin typeface="Tahoma"/>
                <a:cs typeface="Tahoma"/>
              </a:rPr>
              <a:t> </a:t>
            </a:r>
            <a:r>
              <a:rPr dirty="0" sz="4500" spc="-25">
                <a:latin typeface="Tahoma"/>
                <a:cs typeface="Tahoma"/>
              </a:rPr>
              <a:t>for </a:t>
            </a:r>
            <a:r>
              <a:rPr dirty="0" sz="4500" spc="75">
                <a:latin typeface="Tahoma"/>
                <a:cs typeface="Tahoma"/>
              </a:rPr>
              <a:t>business</a:t>
            </a:r>
            <a:r>
              <a:rPr dirty="0" sz="4500" spc="-235">
                <a:latin typeface="Tahoma"/>
                <a:cs typeface="Tahoma"/>
              </a:rPr>
              <a:t> </a:t>
            </a:r>
            <a:r>
              <a:rPr dirty="0" sz="4500" spc="-10">
                <a:latin typeface="Tahoma"/>
                <a:cs typeface="Tahoma"/>
              </a:rPr>
              <a:t>success.</a:t>
            </a:r>
            <a:endParaRPr sz="4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556386"/>
            <a:ext cx="16163924" cy="773058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7870" y="969213"/>
            <a:ext cx="940498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635" b="0">
                <a:latin typeface="Verdana"/>
                <a:cs typeface="Verdana"/>
              </a:rPr>
              <a:t>DESIGN</a:t>
            </a:r>
            <a:r>
              <a:rPr dirty="0" sz="6400" spc="-865" b="0">
                <a:latin typeface="Verdana"/>
                <a:cs typeface="Verdana"/>
              </a:rPr>
              <a:t> </a:t>
            </a:r>
            <a:r>
              <a:rPr dirty="0" sz="6400" spc="-560" b="0">
                <a:latin typeface="Verdana"/>
                <a:cs typeface="Verdana"/>
              </a:rPr>
              <a:t>THINGS</a:t>
            </a:r>
            <a:r>
              <a:rPr dirty="0" sz="6400" spc="-865" b="0">
                <a:latin typeface="Verdana"/>
                <a:cs typeface="Verdana"/>
              </a:rPr>
              <a:t> </a:t>
            </a:r>
            <a:r>
              <a:rPr dirty="0" sz="6400" spc="-600" b="0">
                <a:latin typeface="Verdana"/>
                <a:cs typeface="Verdana"/>
              </a:rPr>
              <a:t>PROCESS</a:t>
            </a:r>
            <a:endParaRPr sz="6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400" y="3382374"/>
            <a:ext cx="17653635" cy="459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6300"/>
              </a:lnSpc>
              <a:spcBef>
                <a:spcPts val="95"/>
              </a:spcBef>
            </a:pPr>
            <a:r>
              <a:rPr dirty="0" sz="4300" spc="-120" b="1">
                <a:latin typeface="Arial"/>
                <a:cs typeface="Arial"/>
              </a:rPr>
              <a:t>LPG</a:t>
            </a:r>
            <a:r>
              <a:rPr dirty="0" sz="4300" spc="-180" b="1">
                <a:latin typeface="Arial"/>
                <a:cs typeface="Arial"/>
              </a:rPr>
              <a:t> </a:t>
            </a:r>
            <a:r>
              <a:rPr dirty="0" sz="4300" spc="-85" b="1">
                <a:latin typeface="Arial"/>
                <a:cs typeface="Arial"/>
              </a:rPr>
              <a:t>gas</a:t>
            </a:r>
            <a:r>
              <a:rPr dirty="0" sz="4300" spc="-16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leakage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155" b="1">
                <a:latin typeface="Arial"/>
                <a:cs typeface="Arial"/>
              </a:rPr>
              <a:t>is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150" b="1">
                <a:latin typeface="Arial"/>
                <a:cs typeface="Arial"/>
              </a:rPr>
              <a:t>serious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safety</a:t>
            </a:r>
            <a:r>
              <a:rPr dirty="0" sz="4300" spc="-150" b="1">
                <a:latin typeface="Arial"/>
                <a:cs typeface="Arial"/>
              </a:rPr>
              <a:t> </a:t>
            </a:r>
            <a:r>
              <a:rPr dirty="0" sz="4300" spc="-185" b="1">
                <a:latin typeface="Arial"/>
                <a:cs typeface="Arial"/>
              </a:rPr>
              <a:t>issue</a:t>
            </a:r>
            <a:r>
              <a:rPr dirty="0" sz="4300" spc="-114" b="1">
                <a:latin typeface="Arial"/>
                <a:cs typeface="Arial"/>
              </a:rPr>
              <a:t> </a:t>
            </a:r>
            <a:r>
              <a:rPr dirty="0" sz="4300" spc="50" b="1">
                <a:latin typeface="Arial"/>
                <a:cs typeface="Arial"/>
              </a:rPr>
              <a:t>that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140" b="1">
                <a:latin typeface="Arial"/>
                <a:cs typeface="Arial"/>
              </a:rPr>
              <a:t>can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175" b="1">
                <a:latin typeface="Arial"/>
                <a:cs typeface="Arial"/>
              </a:rPr>
              <a:t>cause</a:t>
            </a:r>
            <a:r>
              <a:rPr dirty="0" sz="4300" spc="-125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fires, </a:t>
            </a:r>
            <a:r>
              <a:rPr dirty="0" sz="4300" spc="-114" b="1">
                <a:latin typeface="Arial"/>
                <a:cs typeface="Arial"/>
              </a:rPr>
              <a:t>explosions,</a:t>
            </a:r>
            <a:r>
              <a:rPr dirty="0" sz="4300" spc="-18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and</a:t>
            </a:r>
            <a:r>
              <a:rPr dirty="0" sz="4300" spc="-22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health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spc="-95" b="1">
                <a:latin typeface="Arial"/>
                <a:cs typeface="Arial"/>
              </a:rPr>
              <a:t>hazards.</a:t>
            </a:r>
            <a:r>
              <a:rPr dirty="0" sz="4300" spc="-204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Most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people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detect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spc="-85" b="1">
                <a:latin typeface="Arial"/>
                <a:cs typeface="Arial"/>
              </a:rPr>
              <a:t>gas</a:t>
            </a:r>
            <a:r>
              <a:rPr dirty="0" sz="4300" spc="-204" b="1">
                <a:latin typeface="Arial"/>
                <a:cs typeface="Arial"/>
              </a:rPr>
              <a:t> </a:t>
            </a:r>
            <a:r>
              <a:rPr dirty="0" sz="4300" spc="-30" b="1">
                <a:latin typeface="Arial"/>
                <a:cs typeface="Arial"/>
              </a:rPr>
              <a:t>leaks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only</a:t>
            </a:r>
            <a:r>
              <a:rPr dirty="0" sz="4300" spc="-200" b="1">
                <a:latin typeface="Arial"/>
                <a:cs typeface="Arial"/>
              </a:rPr>
              <a:t> </a:t>
            </a:r>
            <a:r>
              <a:rPr dirty="0" sz="4300" spc="-25" b="1">
                <a:latin typeface="Arial"/>
                <a:cs typeface="Arial"/>
              </a:rPr>
              <a:t>by </a:t>
            </a:r>
            <a:r>
              <a:rPr dirty="0" sz="4300" spc="-10" b="1">
                <a:latin typeface="Arial"/>
                <a:cs typeface="Arial"/>
              </a:rPr>
              <a:t>smell,</a:t>
            </a:r>
            <a:r>
              <a:rPr dirty="0" sz="4300" spc="-210" b="1">
                <a:latin typeface="Arial"/>
                <a:cs typeface="Arial"/>
              </a:rPr>
              <a:t> </a:t>
            </a:r>
            <a:r>
              <a:rPr dirty="0" sz="4300" spc="-50" b="1">
                <a:latin typeface="Arial"/>
                <a:cs typeface="Arial"/>
              </a:rPr>
              <a:t>which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spc="-155" b="1">
                <a:latin typeface="Arial"/>
                <a:cs typeface="Arial"/>
              </a:rPr>
              <a:t>is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not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always</a:t>
            </a:r>
            <a:r>
              <a:rPr dirty="0" sz="4300" spc="-16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reliable.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spc="-35" b="1">
                <a:latin typeface="Arial"/>
                <a:cs typeface="Arial"/>
              </a:rPr>
              <a:t>Therefore,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</a:t>
            </a:r>
            <a:r>
              <a:rPr dirty="0" sz="4300" spc="-16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Smart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spc="-150" b="1">
                <a:latin typeface="Arial"/>
                <a:cs typeface="Arial"/>
              </a:rPr>
              <a:t>Gas </a:t>
            </a:r>
            <a:r>
              <a:rPr dirty="0" sz="4300" spc="-10" b="1">
                <a:latin typeface="Arial"/>
                <a:cs typeface="Arial"/>
              </a:rPr>
              <a:t>Leakage </a:t>
            </a:r>
            <a:r>
              <a:rPr dirty="0" sz="4300" spc="-20" b="1">
                <a:latin typeface="Arial"/>
                <a:cs typeface="Arial"/>
              </a:rPr>
              <a:t>Detection</a:t>
            </a:r>
            <a:r>
              <a:rPr dirty="0" sz="4300" spc="-23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and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Safety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spc="-70" b="1">
                <a:latin typeface="Arial"/>
                <a:cs typeface="Arial"/>
              </a:rPr>
              <a:t>System</a:t>
            </a:r>
            <a:r>
              <a:rPr dirty="0" sz="4300" spc="-185" b="1">
                <a:latin typeface="Arial"/>
                <a:cs typeface="Arial"/>
              </a:rPr>
              <a:t> </a:t>
            </a:r>
            <a:r>
              <a:rPr dirty="0" sz="4300" spc="-155" b="1">
                <a:latin typeface="Arial"/>
                <a:cs typeface="Arial"/>
              </a:rPr>
              <a:t>is</a:t>
            </a:r>
            <a:r>
              <a:rPr dirty="0" sz="4300" spc="-145" b="1">
                <a:latin typeface="Arial"/>
                <a:cs typeface="Arial"/>
              </a:rPr>
              <a:t> </a:t>
            </a:r>
            <a:r>
              <a:rPr dirty="0" sz="4300" spc="-50" b="1">
                <a:latin typeface="Arial"/>
                <a:cs typeface="Arial"/>
              </a:rPr>
              <a:t>needed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to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detect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spc="-85" b="1">
                <a:latin typeface="Arial"/>
                <a:cs typeface="Arial"/>
              </a:rPr>
              <a:t>gas</a:t>
            </a:r>
            <a:r>
              <a:rPr dirty="0" sz="4300" spc="-19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leakage</a:t>
            </a:r>
            <a:r>
              <a:rPr dirty="0" sz="4300" spc="-185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early, </a:t>
            </a:r>
            <a:r>
              <a:rPr dirty="0" sz="4300" b="1">
                <a:latin typeface="Arial"/>
                <a:cs typeface="Arial"/>
              </a:rPr>
              <a:t>alert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50" b="1">
                <a:latin typeface="Arial"/>
                <a:cs typeface="Arial"/>
              </a:rPr>
              <a:t>nearby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25" b="1">
                <a:latin typeface="Arial"/>
                <a:cs typeface="Arial"/>
              </a:rPr>
              <a:t>people,</a:t>
            </a:r>
            <a:r>
              <a:rPr dirty="0" sz="4300" spc="-135" b="1">
                <a:latin typeface="Arial"/>
                <a:cs typeface="Arial"/>
              </a:rPr>
              <a:t> </a:t>
            </a:r>
            <a:r>
              <a:rPr dirty="0" sz="4300" spc="-20" b="1">
                <a:latin typeface="Arial"/>
                <a:cs typeface="Arial"/>
              </a:rPr>
              <a:t>automatically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35" b="1">
                <a:latin typeface="Arial"/>
                <a:cs typeface="Arial"/>
              </a:rPr>
              <a:t>cut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off</a:t>
            </a:r>
            <a:r>
              <a:rPr dirty="0" sz="4300" spc="-13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the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85" b="1">
                <a:latin typeface="Arial"/>
                <a:cs typeface="Arial"/>
              </a:rPr>
              <a:t>gas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80" b="1">
                <a:latin typeface="Arial"/>
                <a:cs typeface="Arial"/>
              </a:rPr>
              <a:t>supply,</a:t>
            </a:r>
            <a:r>
              <a:rPr dirty="0" sz="4300" spc="-13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and</a:t>
            </a:r>
            <a:r>
              <a:rPr dirty="0" sz="4300" spc="-140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remove </a:t>
            </a:r>
            <a:r>
              <a:rPr dirty="0" sz="4300" b="1">
                <a:latin typeface="Arial"/>
                <a:cs typeface="Arial"/>
              </a:rPr>
              <a:t>leaked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spc="-85" b="1">
                <a:latin typeface="Arial"/>
                <a:cs typeface="Arial"/>
              </a:rPr>
              <a:t>gas</a:t>
            </a:r>
            <a:r>
              <a:rPr dirty="0" sz="4300" spc="-165" b="1">
                <a:latin typeface="Arial"/>
                <a:cs typeface="Arial"/>
              </a:rPr>
              <a:t> </a:t>
            </a:r>
            <a:r>
              <a:rPr dirty="0" sz="4300" b="1">
                <a:latin typeface="Arial"/>
                <a:cs typeface="Arial"/>
              </a:rPr>
              <a:t>to</a:t>
            </a:r>
            <a:r>
              <a:rPr dirty="0" sz="4300" spc="-170" b="1">
                <a:latin typeface="Arial"/>
                <a:cs typeface="Arial"/>
              </a:rPr>
              <a:t> </a:t>
            </a:r>
            <a:r>
              <a:rPr dirty="0" sz="4300" spc="-10" b="1">
                <a:latin typeface="Arial"/>
                <a:cs typeface="Arial"/>
              </a:rPr>
              <a:t>prevent</a:t>
            </a:r>
            <a:r>
              <a:rPr dirty="0" sz="4300" spc="-165" b="1">
                <a:latin typeface="Arial"/>
                <a:cs typeface="Arial"/>
              </a:rPr>
              <a:t> </a:t>
            </a:r>
            <a:r>
              <a:rPr dirty="0" sz="4300" spc="-20" b="1">
                <a:latin typeface="Arial"/>
                <a:cs typeface="Arial"/>
              </a:rPr>
              <a:t>accidents.</a:t>
            </a:r>
            <a:endParaRPr sz="43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9704" y="984957"/>
            <a:ext cx="8185150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425" b="0">
                <a:latin typeface="Verdana"/>
                <a:cs typeface="Verdana"/>
              </a:rPr>
              <a:t>PROBLEM</a:t>
            </a:r>
            <a:r>
              <a:rPr dirty="0" sz="6400" spc="-885" b="0">
                <a:latin typeface="Verdana"/>
                <a:cs typeface="Verdana"/>
              </a:rPr>
              <a:t> </a:t>
            </a:r>
            <a:r>
              <a:rPr dirty="0" sz="6400" spc="-480" b="0">
                <a:latin typeface="Verdana"/>
                <a:cs typeface="Verdana"/>
              </a:rPr>
              <a:t>STATEMENT</a:t>
            </a:r>
            <a:endParaRPr sz="6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575" y="3088414"/>
            <a:ext cx="190500" cy="190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2575" y="3888514"/>
            <a:ext cx="190500" cy="190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2575" y="4688614"/>
            <a:ext cx="190500" cy="190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2575" y="5488713"/>
            <a:ext cx="190500" cy="190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8322" y="2002593"/>
            <a:ext cx="6057899" cy="62579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16000" y="969213"/>
            <a:ext cx="370522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200" b="0">
                <a:latin typeface="Verdana"/>
                <a:cs typeface="Verdana"/>
              </a:rPr>
              <a:t>EMPATHY</a:t>
            </a:r>
            <a:endParaRPr sz="6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0231" rIns="0" bIns="0" rtlCol="0" vert="horz">
            <a:spAutoFit/>
          </a:bodyPr>
          <a:lstStyle/>
          <a:p>
            <a:pPr marL="1064260">
              <a:lnSpc>
                <a:spcPct val="100000"/>
              </a:lnSpc>
              <a:spcBef>
                <a:spcPts val="1000"/>
              </a:spcBef>
            </a:pPr>
            <a:r>
              <a:rPr dirty="0" sz="4500" spc="220" b="0">
                <a:latin typeface="Tahoma"/>
                <a:cs typeface="Tahoma"/>
              </a:rPr>
              <a:t>5</a:t>
            </a:r>
            <a:r>
              <a:rPr dirty="0" sz="4500" spc="-250" b="0">
                <a:latin typeface="Tahoma"/>
                <a:cs typeface="Tahoma"/>
              </a:rPr>
              <a:t> </a:t>
            </a:r>
            <a:r>
              <a:rPr dirty="0" sz="4500" spc="130" b="0">
                <a:latin typeface="Tahoma"/>
                <a:cs typeface="Tahoma"/>
              </a:rPr>
              <a:t>why's</a:t>
            </a:r>
            <a:endParaRPr sz="4500">
              <a:latin typeface="Tahoma"/>
              <a:cs typeface="Tahoma"/>
            </a:endParaRPr>
          </a:p>
          <a:p>
            <a:pPr marL="1064260" marR="5080">
              <a:lnSpc>
                <a:spcPts val="6300"/>
              </a:lnSpc>
              <a:spcBef>
                <a:spcPts val="360"/>
              </a:spcBef>
            </a:pPr>
            <a:r>
              <a:rPr dirty="0" sz="4500" b="0">
                <a:latin typeface="Tahoma"/>
                <a:cs typeface="Tahoma"/>
              </a:rPr>
              <a:t>persona'sInterview</a:t>
            </a:r>
            <a:r>
              <a:rPr dirty="0" sz="4500" spc="395" b="0">
                <a:latin typeface="Tahoma"/>
                <a:cs typeface="Tahoma"/>
              </a:rPr>
              <a:t> </a:t>
            </a:r>
            <a:r>
              <a:rPr dirty="0" sz="4500" spc="65" b="0">
                <a:latin typeface="Tahoma"/>
                <a:cs typeface="Tahoma"/>
              </a:rPr>
              <a:t>Ǫuestions </a:t>
            </a:r>
            <a:r>
              <a:rPr dirty="0" sz="4500" spc="60" b="0">
                <a:latin typeface="Tahoma"/>
                <a:cs typeface="Tahoma"/>
              </a:rPr>
              <a:t>Empathy</a:t>
            </a:r>
            <a:r>
              <a:rPr dirty="0" sz="4500" spc="-229" b="0">
                <a:latin typeface="Tahoma"/>
                <a:cs typeface="Tahoma"/>
              </a:rPr>
              <a:t> </a:t>
            </a:r>
            <a:r>
              <a:rPr dirty="0" sz="4500" spc="40" b="0">
                <a:latin typeface="Tahoma"/>
                <a:cs typeface="Tahoma"/>
              </a:rPr>
              <a:t>map</a:t>
            </a:r>
            <a:endParaRPr sz="4500">
              <a:latin typeface="Tahoma"/>
              <a:cs typeface="Tahoma"/>
            </a:endParaRPr>
          </a:p>
          <a:p>
            <a:pPr marL="1064260">
              <a:lnSpc>
                <a:spcPct val="100000"/>
              </a:lnSpc>
              <a:spcBef>
                <a:spcPts val="540"/>
              </a:spcBef>
            </a:pPr>
            <a:r>
              <a:rPr dirty="0" sz="4500" b="0">
                <a:latin typeface="Tahoma"/>
                <a:cs typeface="Tahoma"/>
              </a:rPr>
              <a:t>Experience</a:t>
            </a:r>
            <a:r>
              <a:rPr dirty="0" sz="4500" spc="170" b="0">
                <a:latin typeface="Tahoma"/>
                <a:cs typeface="Tahoma"/>
              </a:rPr>
              <a:t> </a:t>
            </a:r>
            <a:r>
              <a:rPr dirty="0" sz="4500" spc="140" b="0">
                <a:latin typeface="Tahoma"/>
                <a:cs typeface="Tahoma"/>
              </a:rPr>
              <a:t>Map</a:t>
            </a:r>
            <a:endParaRPr sz="4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1967" y="3283423"/>
            <a:ext cx="7143749" cy="5972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550" b="0">
                <a:latin typeface="Verdana"/>
                <a:cs typeface="Verdana"/>
              </a:rPr>
              <a:t>PRINCIPAL</a:t>
            </a:r>
            <a:r>
              <a:rPr dirty="0" sz="7000" spc="-1140" b="0">
                <a:latin typeface="Verdana"/>
                <a:cs typeface="Verdana"/>
              </a:rPr>
              <a:t> </a:t>
            </a:r>
            <a:r>
              <a:rPr dirty="0" sz="7000" spc="-545" b="0">
                <a:latin typeface="Verdana"/>
                <a:cs typeface="Verdana"/>
              </a:rPr>
              <a:t>OF</a:t>
            </a:r>
            <a:r>
              <a:rPr dirty="0" sz="7000" spc="-1100" b="0">
                <a:latin typeface="Verdana"/>
                <a:cs typeface="Verdana"/>
              </a:rPr>
              <a:t> </a:t>
            </a:r>
            <a:r>
              <a:rPr dirty="0" sz="7000" spc="-715" b="0">
                <a:latin typeface="Verdana"/>
                <a:cs typeface="Verdana"/>
              </a:rPr>
              <a:t>DESIGN</a:t>
            </a:r>
            <a:r>
              <a:rPr dirty="0" sz="7000" spc="-1140" b="0">
                <a:latin typeface="Verdana"/>
                <a:cs typeface="Verdana"/>
              </a:rPr>
              <a:t> </a:t>
            </a:r>
            <a:r>
              <a:rPr dirty="0" sz="7000" spc="-605" b="0">
                <a:latin typeface="Verdana"/>
                <a:cs typeface="Verdana"/>
              </a:rPr>
              <a:t>THINKING</a:t>
            </a:r>
            <a:endParaRPr sz="7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59" y="3990576"/>
            <a:ext cx="180975" cy="1809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59" y="4752576"/>
            <a:ext cx="180975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459" y="5514576"/>
            <a:ext cx="180975" cy="1809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1175" y="3591790"/>
            <a:ext cx="9477375" cy="2311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5570">
              <a:lnSpc>
                <a:spcPct val="116300"/>
              </a:lnSpc>
              <a:spcBef>
                <a:spcPts val="95"/>
              </a:spcBef>
            </a:pPr>
            <a:r>
              <a:rPr dirty="0" sz="4300" spc="-450">
                <a:latin typeface="Verdana"/>
                <a:cs typeface="Verdana"/>
              </a:rPr>
              <a:t>Desirability(human):meets</a:t>
            </a:r>
            <a:r>
              <a:rPr dirty="0" sz="4300" spc="-640">
                <a:latin typeface="Verdana"/>
                <a:cs typeface="Verdana"/>
              </a:rPr>
              <a:t> </a:t>
            </a:r>
            <a:r>
              <a:rPr dirty="0" sz="4300" spc="-409">
                <a:latin typeface="Verdana"/>
                <a:cs typeface="Verdana"/>
              </a:rPr>
              <a:t>the</a:t>
            </a:r>
            <a:r>
              <a:rPr dirty="0" sz="4300" spc="-575">
                <a:latin typeface="Verdana"/>
                <a:cs typeface="Verdana"/>
              </a:rPr>
              <a:t> </a:t>
            </a:r>
            <a:r>
              <a:rPr dirty="0" sz="4300" spc="-465">
                <a:latin typeface="Verdana"/>
                <a:cs typeface="Verdana"/>
              </a:rPr>
              <a:t>user</a:t>
            </a:r>
            <a:r>
              <a:rPr dirty="0" sz="4300" spc="-650">
                <a:latin typeface="Verdana"/>
                <a:cs typeface="Verdana"/>
              </a:rPr>
              <a:t> </a:t>
            </a:r>
            <a:r>
              <a:rPr dirty="0" sz="4300" spc="-520">
                <a:latin typeface="Verdana"/>
                <a:cs typeface="Verdana"/>
              </a:rPr>
              <a:t>needs </a:t>
            </a:r>
            <a:r>
              <a:rPr dirty="0" sz="4300" spc="-315">
                <a:latin typeface="Verdana"/>
                <a:cs typeface="Verdana"/>
              </a:rPr>
              <a:t>Feasibility</a:t>
            </a:r>
            <a:r>
              <a:rPr dirty="0" sz="4300" spc="-680">
                <a:latin typeface="Verdana"/>
                <a:cs typeface="Verdana"/>
              </a:rPr>
              <a:t> </a:t>
            </a:r>
            <a:r>
              <a:rPr dirty="0" sz="4300" spc="-595">
                <a:latin typeface="Verdana"/>
                <a:cs typeface="Verdana"/>
              </a:rPr>
              <a:t>(Tech):</a:t>
            </a:r>
            <a:r>
              <a:rPr dirty="0" sz="4300" spc="-590">
                <a:latin typeface="Verdana"/>
                <a:cs typeface="Verdana"/>
              </a:rPr>
              <a:t> </a:t>
            </a:r>
            <a:r>
              <a:rPr dirty="0" sz="4300" spc="-409">
                <a:latin typeface="Verdana"/>
                <a:cs typeface="Verdana"/>
              </a:rPr>
              <a:t>can</a:t>
            </a:r>
            <a:r>
              <a:rPr dirty="0" sz="4300" spc="-585">
                <a:latin typeface="Verdana"/>
                <a:cs typeface="Verdana"/>
              </a:rPr>
              <a:t> </a:t>
            </a:r>
            <a:r>
              <a:rPr dirty="0" sz="4300" spc="-515">
                <a:latin typeface="Verdana"/>
                <a:cs typeface="Verdana"/>
              </a:rPr>
              <a:t>be</a:t>
            </a:r>
            <a:r>
              <a:rPr dirty="0" sz="4300" spc="-590">
                <a:latin typeface="Verdana"/>
                <a:cs typeface="Verdana"/>
              </a:rPr>
              <a:t> </a:t>
            </a:r>
            <a:r>
              <a:rPr dirty="0" sz="4300" spc="-275">
                <a:latin typeface="Verdana"/>
                <a:cs typeface="Verdana"/>
              </a:rPr>
              <a:t>built </a:t>
            </a:r>
            <a:r>
              <a:rPr dirty="0" sz="4300" spc="-360">
                <a:latin typeface="Verdana"/>
                <a:cs typeface="Verdana"/>
              </a:rPr>
              <a:t>Viability(Business</a:t>
            </a:r>
            <a:r>
              <a:rPr dirty="0" sz="4300" spc="-585">
                <a:latin typeface="Verdana"/>
                <a:cs typeface="Verdana"/>
              </a:rPr>
              <a:t> </a:t>
            </a:r>
            <a:r>
              <a:rPr dirty="0" sz="4300" spc="-745">
                <a:latin typeface="Verdana"/>
                <a:cs typeface="Verdana"/>
              </a:rPr>
              <a:t>):</a:t>
            </a:r>
            <a:r>
              <a:rPr dirty="0" sz="4300" spc="-585">
                <a:latin typeface="Verdana"/>
                <a:cs typeface="Verdana"/>
              </a:rPr>
              <a:t> </a:t>
            </a:r>
            <a:r>
              <a:rPr dirty="0" sz="4300" spc="-545">
                <a:latin typeface="Verdana"/>
                <a:cs typeface="Verdana"/>
              </a:rPr>
              <a:t>makes</a:t>
            </a:r>
            <a:r>
              <a:rPr dirty="0" sz="4300" spc="-585">
                <a:latin typeface="Verdana"/>
                <a:cs typeface="Verdana"/>
              </a:rPr>
              <a:t> </a:t>
            </a:r>
            <a:r>
              <a:rPr dirty="0" sz="4300" spc="-450">
                <a:latin typeface="Verdana"/>
                <a:cs typeface="Verdana"/>
              </a:rPr>
              <a:t>business</a:t>
            </a:r>
            <a:r>
              <a:rPr dirty="0" sz="4300" spc="-580">
                <a:latin typeface="Verdana"/>
                <a:cs typeface="Verdana"/>
              </a:rPr>
              <a:t> </a:t>
            </a:r>
            <a:r>
              <a:rPr dirty="0" sz="4300" spc="-535">
                <a:latin typeface="Verdana"/>
                <a:cs typeface="Verdana"/>
              </a:rPr>
              <a:t>sense</a:t>
            </a:r>
            <a:endParaRPr sz="4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240" b="0">
                <a:latin typeface="Verdana"/>
                <a:cs typeface="Verdana"/>
              </a:rPr>
              <a:t>EMPATHY</a:t>
            </a:r>
            <a:r>
              <a:rPr dirty="0" sz="6400" spc="-855" b="0">
                <a:latin typeface="Verdana"/>
                <a:cs typeface="Verdana"/>
              </a:rPr>
              <a:t> </a:t>
            </a:r>
            <a:r>
              <a:rPr dirty="0" sz="6400" spc="-484" b="0">
                <a:latin typeface="Verdana"/>
                <a:cs typeface="Verdana"/>
              </a:rPr>
              <a:t>LEVEL</a:t>
            </a:r>
            <a:r>
              <a:rPr dirty="0" sz="6400" spc="-855" b="0">
                <a:latin typeface="Verdana"/>
                <a:cs typeface="Verdana"/>
              </a:rPr>
              <a:t> </a:t>
            </a:r>
            <a:r>
              <a:rPr dirty="0" sz="6400" spc="-610" b="0">
                <a:latin typeface="Verdana"/>
                <a:cs typeface="Verdana"/>
              </a:rPr>
              <a:t>(5WHY'S)</a:t>
            </a:r>
            <a:endParaRPr sz="6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6916" y="2175078"/>
            <a:ext cx="14275435" cy="772922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4000" spc="-505">
                <a:latin typeface="Verdana"/>
                <a:cs typeface="Verdana"/>
              </a:rPr>
              <a:t>Gas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50">
                <a:latin typeface="Verdana"/>
                <a:cs typeface="Verdana"/>
              </a:rPr>
              <a:t>Leakage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Causes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35">
                <a:latin typeface="Verdana"/>
                <a:cs typeface="Verdana"/>
              </a:rPr>
              <a:t>Accidents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4350" spc="780">
                <a:latin typeface="Lucida Sans Unicode"/>
                <a:cs typeface="Lucida Sans Unicode"/>
              </a:rPr>
              <a:t>↓</a:t>
            </a:r>
            <a:r>
              <a:rPr dirty="0" sz="4350" spc="350">
                <a:latin typeface="Lucida Sans Unicode"/>
                <a:cs typeface="Lucida Sans Unicode"/>
              </a:rPr>
              <a:t> </a:t>
            </a:r>
            <a:r>
              <a:rPr dirty="0" sz="4000" spc="-459">
                <a:latin typeface="Verdana"/>
                <a:cs typeface="Verdana"/>
              </a:rPr>
              <a:t>(Why?)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4000" spc="-505">
                <a:latin typeface="Verdana"/>
                <a:cs typeface="Verdana"/>
              </a:rPr>
              <a:t>Gas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leakage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is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15">
                <a:latin typeface="Verdana"/>
                <a:cs typeface="Verdana"/>
              </a:rPr>
              <a:t>not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405">
                <a:latin typeface="Verdana"/>
                <a:cs typeface="Verdana"/>
              </a:rPr>
              <a:t>detected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65">
                <a:latin typeface="Verdana"/>
                <a:cs typeface="Verdana"/>
              </a:rPr>
              <a:t>early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4350" spc="780">
                <a:latin typeface="Lucida Sans Unicode"/>
                <a:cs typeface="Lucida Sans Unicode"/>
              </a:rPr>
              <a:t>↓</a:t>
            </a:r>
            <a:r>
              <a:rPr dirty="0" sz="4350" spc="350">
                <a:latin typeface="Lucida Sans Unicode"/>
                <a:cs typeface="Lucida Sans Unicode"/>
              </a:rPr>
              <a:t> </a:t>
            </a:r>
            <a:r>
              <a:rPr dirty="0" sz="4000" spc="-459">
                <a:latin typeface="Verdana"/>
                <a:cs typeface="Verdana"/>
              </a:rPr>
              <a:t>(Why?)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4000" spc="-345">
                <a:latin typeface="Verdana"/>
                <a:cs typeface="Verdana"/>
              </a:rPr>
              <a:t>People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25">
                <a:latin typeface="Verdana"/>
                <a:cs typeface="Verdana"/>
              </a:rPr>
              <a:t>rely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only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5">
                <a:latin typeface="Verdana"/>
                <a:cs typeface="Verdana"/>
              </a:rPr>
              <a:t>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smell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35">
                <a:latin typeface="Verdana"/>
                <a:cs typeface="Verdana"/>
              </a:rPr>
              <a:t>of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520">
                <a:latin typeface="Verdana"/>
                <a:cs typeface="Verdana"/>
              </a:rPr>
              <a:t>gas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4350" spc="780">
                <a:latin typeface="Lucida Sans Unicode"/>
                <a:cs typeface="Lucida Sans Unicode"/>
              </a:rPr>
              <a:t>↓</a:t>
            </a:r>
            <a:r>
              <a:rPr dirty="0" sz="4350" spc="350">
                <a:latin typeface="Lucida Sans Unicode"/>
                <a:cs typeface="Lucida Sans Unicode"/>
              </a:rPr>
              <a:t> </a:t>
            </a:r>
            <a:r>
              <a:rPr dirty="0" sz="4000" spc="-459">
                <a:latin typeface="Verdana"/>
                <a:cs typeface="Verdana"/>
              </a:rPr>
              <a:t>(Why?)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4000" spc="-405">
                <a:latin typeface="Verdana"/>
                <a:cs typeface="Verdana"/>
              </a:rPr>
              <a:t>The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smell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509">
                <a:latin typeface="Verdana"/>
                <a:cs typeface="Verdana"/>
              </a:rPr>
              <a:t>may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15">
                <a:latin typeface="Verdana"/>
                <a:cs typeface="Verdana"/>
              </a:rPr>
              <a:t>not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be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330">
                <a:latin typeface="Verdana"/>
                <a:cs typeface="Verdana"/>
              </a:rPr>
              <a:t>noticed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immediately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25">
                <a:latin typeface="Verdana"/>
                <a:cs typeface="Verdana"/>
              </a:rPr>
              <a:t>or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75">
                <a:latin typeface="Verdana"/>
                <a:cs typeface="Verdana"/>
              </a:rPr>
              <a:t>when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5">
                <a:latin typeface="Verdana"/>
                <a:cs typeface="Verdana"/>
              </a:rPr>
              <a:t>no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one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is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25">
                <a:latin typeface="Verdana"/>
                <a:cs typeface="Verdana"/>
              </a:rPr>
              <a:t>nearby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4350" spc="780">
                <a:latin typeface="Lucida Sans Unicode"/>
                <a:cs typeface="Lucida Sans Unicode"/>
              </a:rPr>
              <a:t>↓</a:t>
            </a:r>
            <a:r>
              <a:rPr dirty="0" sz="4350" spc="350">
                <a:latin typeface="Lucida Sans Unicode"/>
                <a:cs typeface="Lucida Sans Unicode"/>
              </a:rPr>
              <a:t> </a:t>
            </a:r>
            <a:r>
              <a:rPr dirty="0" sz="4000" spc="-459">
                <a:latin typeface="Verdana"/>
                <a:cs typeface="Verdana"/>
              </a:rPr>
              <a:t>(Why?)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4000" spc="-405">
                <a:latin typeface="Verdana"/>
                <a:cs typeface="Verdana"/>
              </a:rPr>
              <a:t>There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is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5">
                <a:latin typeface="Verdana"/>
                <a:cs typeface="Verdana"/>
              </a:rPr>
              <a:t>no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0">
                <a:latin typeface="Verdana"/>
                <a:cs typeface="Verdana"/>
              </a:rPr>
              <a:t>automatic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and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20">
                <a:latin typeface="Verdana"/>
                <a:cs typeface="Verdana"/>
              </a:rPr>
              <a:t>alert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84">
                <a:latin typeface="Verdana"/>
                <a:cs typeface="Verdana"/>
              </a:rPr>
              <a:t>system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4350" spc="780">
                <a:latin typeface="Lucida Sans Unicode"/>
                <a:cs typeface="Lucida Sans Unicode"/>
              </a:rPr>
              <a:t>↓</a:t>
            </a:r>
            <a:r>
              <a:rPr dirty="0" sz="4350" spc="350">
                <a:latin typeface="Lucida Sans Unicode"/>
                <a:cs typeface="Lucida Sans Unicode"/>
              </a:rPr>
              <a:t> </a:t>
            </a:r>
            <a:r>
              <a:rPr dirty="0" sz="4000" spc="-459">
                <a:latin typeface="Verdana"/>
                <a:cs typeface="Verdana"/>
              </a:rPr>
              <a:t>(Why?)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4000" spc="-420">
                <a:latin typeface="Verdana"/>
                <a:cs typeface="Verdana"/>
              </a:rPr>
              <a:t>Need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250">
                <a:latin typeface="Verdana"/>
                <a:cs typeface="Verdana"/>
              </a:rPr>
              <a:t>for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a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Smart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505">
                <a:latin typeface="Verdana"/>
                <a:cs typeface="Verdana"/>
              </a:rPr>
              <a:t>Gas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50">
                <a:latin typeface="Verdana"/>
                <a:cs typeface="Verdana"/>
              </a:rPr>
              <a:t>Leakage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and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70">
                <a:latin typeface="Verdana"/>
                <a:cs typeface="Verdana"/>
              </a:rPr>
              <a:t>Safety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84">
                <a:latin typeface="Verdana"/>
                <a:cs typeface="Verdana"/>
              </a:rPr>
              <a:t>System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14722"/>
            <a:ext cx="1031430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25" b="0">
                <a:latin typeface="Verdana"/>
                <a:cs typeface="Verdana"/>
              </a:rPr>
              <a:t>OUR</a:t>
            </a:r>
            <a:r>
              <a:rPr dirty="0" sz="6400" spc="-1040" b="0">
                <a:latin typeface="Verdana"/>
                <a:cs typeface="Verdana"/>
              </a:rPr>
              <a:t> </a:t>
            </a:r>
            <a:r>
              <a:rPr dirty="0" sz="6400" spc="-509" b="0">
                <a:latin typeface="Verdana"/>
                <a:cs typeface="Verdana"/>
              </a:rPr>
              <a:t>THOUGHTS</a:t>
            </a:r>
            <a:r>
              <a:rPr dirty="0" sz="6400" spc="-869" b="0">
                <a:latin typeface="Verdana"/>
                <a:cs typeface="Verdana"/>
              </a:rPr>
              <a:t> </a:t>
            </a:r>
            <a:r>
              <a:rPr dirty="0" sz="6400" spc="-430" b="0">
                <a:latin typeface="Verdana"/>
                <a:cs typeface="Verdana"/>
              </a:rPr>
              <a:t>ON</a:t>
            </a:r>
            <a:r>
              <a:rPr dirty="0" sz="6400" spc="-875" b="0">
                <a:latin typeface="Verdana"/>
                <a:cs typeface="Verdana"/>
              </a:rPr>
              <a:t> </a:t>
            </a:r>
            <a:r>
              <a:rPr dirty="0" sz="6400" spc="-475" b="0">
                <a:latin typeface="Verdana"/>
                <a:cs typeface="Verdana"/>
              </a:rPr>
              <a:t>5WHY'S</a:t>
            </a:r>
            <a:endParaRPr sz="64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822" y="2998188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822" y="4741263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822" y="5903313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822" y="7646388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822" y="8808438"/>
            <a:ext cx="142875" cy="1428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0647" y="2116808"/>
            <a:ext cx="8027670" cy="757872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443865">
              <a:lnSpc>
                <a:spcPct val="100000"/>
              </a:lnSpc>
              <a:spcBef>
                <a:spcPts val="715"/>
              </a:spcBef>
            </a:pPr>
            <a:r>
              <a:rPr dirty="0" sz="3300" spc="-725">
                <a:latin typeface="Verdana"/>
                <a:cs typeface="Verdana"/>
              </a:rPr>
              <a:t>1.</a:t>
            </a:r>
            <a:r>
              <a:rPr dirty="0" sz="3300" spc="-830">
                <a:latin typeface="Verdana"/>
                <a:cs typeface="Verdana"/>
              </a:rPr>
              <a:t> </a:t>
            </a:r>
            <a:r>
              <a:rPr dirty="0" sz="3300" spc="-345">
                <a:latin typeface="Verdana"/>
                <a:cs typeface="Verdana"/>
              </a:rPr>
              <a:t>Tejaswani</a:t>
            </a:r>
            <a:endParaRPr sz="3300">
              <a:latin typeface="Verdana"/>
              <a:cs typeface="Verdana"/>
            </a:endParaRPr>
          </a:p>
          <a:p>
            <a:pPr algn="just" marL="12700" marR="897255" indent="711835">
              <a:lnSpc>
                <a:spcPct val="115500"/>
              </a:lnSpc>
            </a:pPr>
            <a:r>
              <a:rPr dirty="0" sz="3300" spc="-560">
                <a:latin typeface="Verdana"/>
                <a:cs typeface="Verdana"/>
              </a:rPr>
              <a:t>Why</a:t>
            </a:r>
            <a:r>
              <a:rPr dirty="0" sz="3300" spc="265">
                <a:latin typeface="Verdana"/>
                <a:cs typeface="Verdana"/>
              </a:rPr>
              <a:t> </a:t>
            </a:r>
            <a:r>
              <a:rPr dirty="0" sz="3300" spc="-830">
                <a:latin typeface="Verdana"/>
                <a:cs typeface="Verdana"/>
              </a:rPr>
              <a:t>do</a:t>
            </a:r>
            <a:r>
              <a:rPr dirty="0" sz="3300" spc="540">
                <a:latin typeface="Verdana"/>
                <a:cs typeface="Verdana"/>
              </a:rPr>
              <a:t> </a:t>
            </a:r>
            <a:r>
              <a:rPr dirty="0" sz="3300" spc="-700">
                <a:latin typeface="Verdana"/>
                <a:cs typeface="Verdana"/>
              </a:rPr>
              <a:t>gas</a:t>
            </a:r>
            <a:r>
              <a:rPr dirty="0" sz="3300" spc="409">
                <a:latin typeface="Verdana"/>
                <a:cs typeface="Verdana"/>
              </a:rPr>
              <a:t> </a:t>
            </a:r>
            <a:r>
              <a:rPr dirty="0" sz="3300" spc="-430">
                <a:latin typeface="Verdana"/>
                <a:cs typeface="Verdana"/>
              </a:rPr>
              <a:t>leakage</a:t>
            </a:r>
            <a:r>
              <a:rPr dirty="0" sz="3300" spc="140">
                <a:latin typeface="Verdana"/>
                <a:cs typeface="Verdana"/>
              </a:rPr>
              <a:t> </a:t>
            </a:r>
            <a:r>
              <a:rPr dirty="0" sz="3300" spc="-350">
                <a:latin typeface="Verdana"/>
                <a:cs typeface="Verdana"/>
              </a:rPr>
              <a:t>accidents</a:t>
            </a:r>
            <a:r>
              <a:rPr dirty="0" sz="3300" spc="130">
                <a:latin typeface="Verdana"/>
                <a:cs typeface="Verdana"/>
              </a:rPr>
              <a:t> </a:t>
            </a:r>
            <a:r>
              <a:rPr dirty="0" sz="3300" spc="-295">
                <a:latin typeface="Verdana"/>
                <a:cs typeface="Verdana"/>
              </a:rPr>
              <a:t>occur? </a:t>
            </a:r>
            <a:r>
              <a:rPr dirty="0" sz="3300" spc="-555">
                <a:latin typeface="Verdana"/>
                <a:cs typeface="Verdana"/>
              </a:rPr>
              <a:t>Ans:</a:t>
            </a:r>
            <a:r>
              <a:rPr dirty="0" sz="3300" spc="260">
                <a:latin typeface="Verdana"/>
                <a:cs typeface="Verdana"/>
              </a:rPr>
              <a:t> </a:t>
            </a:r>
            <a:r>
              <a:rPr dirty="0" sz="3300" spc="-665">
                <a:latin typeface="Verdana"/>
                <a:cs typeface="Verdana"/>
              </a:rPr>
              <a:t>Due</a:t>
            </a:r>
            <a:r>
              <a:rPr dirty="0" sz="3300" spc="375">
                <a:latin typeface="Verdana"/>
                <a:cs typeface="Verdana"/>
              </a:rPr>
              <a:t> </a:t>
            </a:r>
            <a:r>
              <a:rPr dirty="0" sz="3300" spc="-650">
                <a:latin typeface="Verdana"/>
                <a:cs typeface="Verdana"/>
              </a:rPr>
              <a:t>to</a:t>
            </a:r>
            <a:r>
              <a:rPr dirty="0" sz="3300" spc="360">
                <a:latin typeface="Verdana"/>
                <a:cs typeface="Verdana"/>
              </a:rPr>
              <a:t> </a:t>
            </a:r>
            <a:r>
              <a:rPr dirty="0" sz="3300" spc="-509">
                <a:latin typeface="Verdana"/>
                <a:cs typeface="Verdana"/>
              </a:rPr>
              <a:t>damaged</a:t>
            </a:r>
            <a:r>
              <a:rPr dirty="0" sz="3300" spc="220">
                <a:latin typeface="Verdana"/>
                <a:cs typeface="Verdana"/>
              </a:rPr>
              <a:t> </a:t>
            </a:r>
            <a:r>
              <a:rPr dirty="0" sz="3300" spc="-700">
                <a:latin typeface="Verdana"/>
                <a:cs typeface="Verdana"/>
              </a:rPr>
              <a:t>gas</a:t>
            </a:r>
            <a:r>
              <a:rPr dirty="0" sz="3300" spc="409">
                <a:latin typeface="Verdana"/>
                <a:cs typeface="Verdana"/>
              </a:rPr>
              <a:t> </a:t>
            </a:r>
            <a:r>
              <a:rPr dirty="0" sz="3300" spc="-440">
                <a:latin typeface="Verdana"/>
                <a:cs typeface="Verdana"/>
              </a:rPr>
              <a:t>pipes</a:t>
            </a:r>
            <a:r>
              <a:rPr dirty="0" sz="3300" spc="240">
                <a:latin typeface="Verdana"/>
                <a:cs typeface="Verdana"/>
              </a:rPr>
              <a:t> </a:t>
            </a:r>
            <a:r>
              <a:rPr dirty="0" sz="3300" spc="-615">
                <a:latin typeface="Verdana"/>
                <a:cs typeface="Verdana"/>
              </a:rPr>
              <a:t>and</a:t>
            </a:r>
            <a:r>
              <a:rPr dirty="0" sz="3300" spc="330">
                <a:latin typeface="Verdana"/>
                <a:cs typeface="Verdana"/>
              </a:rPr>
              <a:t> </a:t>
            </a:r>
            <a:r>
              <a:rPr dirty="0" sz="3300" spc="-320">
                <a:latin typeface="Verdana"/>
                <a:cs typeface="Verdana"/>
              </a:rPr>
              <a:t>loose </a:t>
            </a:r>
            <a:r>
              <a:rPr dirty="0" sz="3300" spc="-300">
                <a:latin typeface="Verdana"/>
                <a:cs typeface="Verdana"/>
              </a:rPr>
              <a:t>connections.</a:t>
            </a:r>
            <a:endParaRPr sz="3300">
              <a:latin typeface="Verdana"/>
              <a:cs typeface="Verdana"/>
            </a:endParaRPr>
          </a:p>
          <a:p>
            <a:pPr algn="just" marL="724535">
              <a:lnSpc>
                <a:spcPct val="100000"/>
              </a:lnSpc>
              <a:spcBef>
                <a:spcPts val="615"/>
              </a:spcBef>
            </a:pPr>
            <a:r>
              <a:rPr dirty="0" sz="3300" spc="-290">
                <a:latin typeface="Verdana"/>
                <a:cs typeface="Verdana"/>
              </a:rPr>
              <a:t>Why</a:t>
            </a:r>
            <a:r>
              <a:rPr dirty="0" sz="3300" spc="-525">
                <a:latin typeface="Verdana"/>
                <a:cs typeface="Verdana"/>
              </a:rPr>
              <a:t> </a:t>
            </a:r>
            <a:r>
              <a:rPr dirty="0" sz="3300" spc="-360">
                <a:latin typeface="Verdana"/>
                <a:cs typeface="Verdana"/>
              </a:rPr>
              <a:t>are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409">
                <a:latin typeface="Verdana"/>
                <a:cs typeface="Verdana"/>
              </a:rPr>
              <a:t>gas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25">
                <a:latin typeface="Verdana"/>
                <a:cs typeface="Verdana"/>
              </a:rPr>
              <a:t>leaks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65">
                <a:latin typeface="Verdana"/>
                <a:cs typeface="Verdana"/>
              </a:rPr>
              <a:t>not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25">
                <a:latin typeface="Verdana"/>
                <a:cs typeface="Verdana"/>
              </a:rPr>
              <a:t>detected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10">
                <a:latin typeface="Verdana"/>
                <a:cs typeface="Verdana"/>
              </a:rPr>
              <a:t>early?</a:t>
            </a:r>
            <a:endParaRPr sz="33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15"/>
              </a:spcBef>
            </a:pPr>
            <a:r>
              <a:rPr dirty="0" sz="3300" spc="-370">
                <a:latin typeface="Verdana"/>
                <a:cs typeface="Verdana"/>
              </a:rPr>
              <a:t>Ans:</a:t>
            </a:r>
            <a:r>
              <a:rPr dirty="0" sz="3300" spc="-535">
                <a:latin typeface="Verdana"/>
                <a:cs typeface="Verdana"/>
              </a:rPr>
              <a:t> </a:t>
            </a:r>
            <a:r>
              <a:rPr dirty="0" sz="3300" spc="-335">
                <a:latin typeface="Verdana"/>
                <a:cs typeface="Verdana"/>
              </a:rPr>
              <a:t>There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54">
                <a:latin typeface="Verdana"/>
                <a:cs typeface="Verdana"/>
              </a:rPr>
              <a:t>is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00">
                <a:latin typeface="Verdana"/>
                <a:cs typeface="Verdana"/>
              </a:rPr>
              <a:t>no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80">
                <a:latin typeface="Verdana"/>
                <a:cs typeface="Verdana"/>
              </a:rPr>
              <a:t>continuous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409">
                <a:latin typeface="Verdana"/>
                <a:cs typeface="Verdana"/>
              </a:rPr>
              <a:t>gas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285">
                <a:latin typeface="Verdana"/>
                <a:cs typeface="Verdana"/>
              </a:rPr>
              <a:t>monitoring.</a:t>
            </a:r>
            <a:endParaRPr sz="3300">
              <a:latin typeface="Verdana"/>
              <a:cs typeface="Verdana"/>
            </a:endParaRPr>
          </a:p>
          <a:p>
            <a:pPr algn="just" marL="724535">
              <a:lnSpc>
                <a:spcPct val="100000"/>
              </a:lnSpc>
              <a:spcBef>
                <a:spcPts val="615"/>
              </a:spcBef>
            </a:pPr>
            <a:r>
              <a:rPr dirty="0" sz="3300" spc="-290">
                <a:latin typeface="Verdana"/>
                <a:cs typeface="Verdana"/>
              </a:rPr>
              <a:t>Why</a:t>
            </a:r>
            <a:r>
              <a:rPr dirty="0" sz="3300" spc="-520">
                <a:latin typeface="Verdana"/>
                <a:cs typeface="Verdana"/>
              </a:rPr>
              <a:t> </a:t>
            </a:r>
            <a:r>
              <a:rPr dirty="0" sz="3300" spc="-254">
                <a:latin typeface="Verdana"/>
                <a:cs typeface="Verdana"/>
              </a:rPr>
              <a:t>is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80">
                <a:latin typeface="Verdana"/>
                <a:cs typeface="Verdana"/>
              </a:rPr>
              <a:t>continuous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65">
                <a:latin typeface="Verdana"/>
                <a:cs typeface="Verdana"/>
              </a:rPr>
              <a:t>monitoring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295">
                <a:latin typeface="Verdana"/>
                <a:cs typeface="Verdana"/>
              </a:rPr>
              <a:t>important?</a:t>
            </a:r>
            <a:endParaRPr sz="3300">
              <a:latin typeface="Verdana"/>
              <a:cs typeface="Verdana"/>
            </a:endParaRPr>
          </a:p>
          <a:p>
            <a:pPr algn="just" marL="12700" marR="1073785">
              <a:lnSpc>
                <a:spcPct val="115500"/>
              </a:lnSpc>
            </a:pPr>
            <a:r>
              <a:rPr dirty="0" sz="3300" spc="-555">
                <a:latin typeface="Verdana"/>
                <a:cs typeface="Verdana"/>
              </a:rPr>
              <a:t>Ans:</a:t>
            </a:r>
            <a:r>
              <a:rPr dirty="0" sz="3300" spc="260">
                <a:latin typeface="Verdana"/>
                <a:cs typeface="Verdana"/>
              </a:rPr>
              <a:t> </a:t>
            </a:r>
            <a:r>
              <a:rPr dirty="0" sz="3300" spc="-790">
                <a:latin typeface="Verdana"/>
                <a:cs typeface="Verdana"/>
              </a:rPr>
              <a:t>It</a:t>
            </a:r>
            <a:r>
              <a:rPr dirty="0" sz="3300" spc="500">
                <a:latin typeface="Verdana"/>
                <a:cs typeface="Verdana"/>
              </a:rPr>
              <a:t> </a:t>
            </a:r>
            <a:r>
              <a:rPr dirty="0" sz="3300" spc="-405">
                <a:latin typeface="Verdana"/>
                <a:cs typeface="Verdana"/>
              </a:rPr>
              <a:t>detects</a:t>
            </a:r>
            <a:r>
              <a:rPr dirty="0" sz="3300" spc="114">
                <a:latin typeface="Verdana"/>
                <a:cs typeface="Verdana"/>
              </a:rPr>
              <a:t> </a:t>
            </a:r>
            <a:r>
              <a:rPr dirty="0" sz="3300" spc="-445">
                <a:latin typeface="Verdana"/>
                <a:cs typeface="Verdana"/>
              </a:rPr>
              <a:t>leaks</a:t>
            </a:r>
            <a:r>
              <a:rPr dirty="0" sz="3300" spc="195">
                <a:latin typeface="Verdana"/>
                <a:cs typeface="Verdana"/>
              </a:rPr>
              <a:t> </a:t>
            </a:r>
            <a:r>
              <a:rPr dirty="0" sz="3300" spc="-420">
                <a:latin typeface="Verdana"/>
                <a:cs typeface="Verdana"/>
              </a:rPr>
              <a:t>before</a:t>
            </a:r>
            <a:r>
              <a:rPr dirty="0" sz="3300" spc="180">
                <a:latin typeface="Verdana"/>
                <a:cs typeface="Verdana"/>
              </a:rPr>
              <a:t> </a:t>
            </a:r>
            <a:r>
              <a:rPr dirty="0" sz="3300" spc="-509">
                <a:latin typeface="Verdana"/>
                <a:cs typeface="Verdana"/>
              </a:rPr>
              <a:t>they</a:t>
            </a:r>
            <a:r>
              <a:rPr dirty="0" sz="3300" spc="220">
                <a:latin typeface="Verdana"/>
                <a:cs typeface="Verdana"/>
              </a:rPr>
              <a:t> </a:t>
            </a:r>
            <a:r>
              <a:rPr dirty="0" sz="3300" spc="-395">
                <a:latin typeface="Verdana"/>
                <a:cs typeface="Verdana"/>
              </a:rPr>
              <a:t>become </a:t>
            </a:r>
            <a:r>
              <a:rPr dirty="0" sz="3300" spc="-365">
                <a:latin typeface="Verdana"/>
                <a:cs typeface="Verdana"/>
              </a:rPr>
              <a:t>dangerous.</a:t>
            </a:r>
            <a:endParaRPr sz="3300">
              <a:latin typeface="Verdana"/>
              <a:cs typeface="Verdana"/>
            </a:endParaRPr>
          </a:p>
          <a:p>
            <a:pPr algn="just" marL="724535">
              <a:lnSpc>
                <a:spcPct val="100000"/>
              </a:lnSpc>
              <a:spcBef>
                <a:spcPts val="615"/>
              </a:spcBef>
            </a:pPr>
            <a:r>
              <a:rPr dirty="0" sz="3300" spc="-290">
                <a:latin typeface="Verdana"/>
                <a:cs typeface="Verdana"/>
              </a:rPr>
              <a:t>Why</a:t>
            </a:r>
            <a:r>
              <a:rPr dirty="0" sz="3300" spc="-530">
                <a:latin typeface="Verdana"/>
                <a:cs typeface="Verdana"/>
              </a:rPr>
              <a:t> </a:t>
            </a:r>
            <a:r>
              <a:rPr dirty="0" sz="3300" spc="-305">
                <a:latin typeface="Verdana"/>
                <a:cs typeface="Verdana"/>
              </a:rPr>
              <a:t>should</a:t>
            </a:r>
            <a:r>
              <a:rPr dirty="0" sz="3300" spc="-455">
                <a:latin typeface="Verdana"/>
                <a:cs typeface="Verdana"/>
              </a:rPr>
              <a:t> </a:t>
            </a:r>
            <a:r>
              <a:rPr dirty="0" sz="3300" spc="-345">
                <a:latin typeface="Verdana"/>
                <a:cs typeface="Verdana"/>
              </a:rPr>
              <a:t>an</a:t>
            </a:r>
            <a:r>
              <a:rPr dirty="0" sz="3300" spc="-459">
                <a:latin typeface="Verdana"/>
                <a:cs typeface="Verdana"/>
              </a:rPr>
              <a:t> </a:t>
            </a:r>
            <a:r>
              <a:rPr dirty="0" sz="3300" spc="-330">
                <a:latin typeface="Verdana"/>
                <a:cs typeface="Verdana"/>
              </a:rPr>
              <a:t>alarm</a:t>
            </a:r>
            <a:r>
              <a:rPr dirty="0" sz="3300" spc="-455">
                <a:latin typeface="Verdana"/>
                <a:cs typeface="Verdana"/>
              </a:rPr>
              <a:t> </a:t>
            </a:r>
            <a:r>
              <a:rPr dirty="0" sz="3300" spc="-395">
                <a:latin typeface="Verdana"/>
                <a:cs typeface="Verdana"/>
              </a:rPr>
              <a:t>be</a:t>
            </a:r>
            <a:r>
              <a:rPr dirty="0" sz="3300" spc="-459">
                <a:latin typeface="Verdana"/>
                <a:cs typeface="Verdana"/>
              </a:rPr>
              <a:t> </a:t>
            </a:r>
            <a:r>
              <a:rPr dirty="0" sz="3300" spc="-300">
                <a:latin typeface="Verdana"/>
                <a:cs typeface="Verdana"/>
              </a:rPr>
              <a:t>activated?</a:t>
            </a:r>
            <a:endParaRPr sz="33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15"/>
              </a:spcBef>
            </a:pPr>
            <a:r>
              <a:rPr dirty="0" sz="3300" spc="-370">
                <a:latin typeface="Verdana"/>
                <a:cs typeface="Verdana"/>
              </a:rPr>
              <a:t>Ans:</a:t>
            </a:r>
            <a:r>
              <a:rPr dirty="0" sz="3300" spc="-535">
                <a:latin typeface="Verdana"/>
                <a:cs typeface="Verdana"/>
              </a:rPr>
              <a:t> </a:t>
            </a:r>
            <a:r>
              <a:rPr dirty="0" sz="3300" spc="-400">
                <a:latin typeface="Verdana"/>
                <a:cs typeface="Verdana"/>
              </a:rPr>
              <a:t>To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260">
                <a:latin typeface="Verdana"/>
                <a:cs typeface="Verdana"/>
              </a:rPr>
              <a:t>alert</a:t>
            </a:r>
            <a:r>
              <a:rPr dirty="0" sz="3300" spc="-455">
                <a:latin typeface="Verdana"/>
                <a:cs typeface="Verdana"/>
              </a:rPr>
              <a:t> </a:t>
            </a:r>
            <a:r>
              <a:rPr dirty="0" sz="3300" spc="-320">
                <a:latin typeface="Verdana"/>
                <a:cs typeface="Verdana"/>
              </a:rPr>
              <a:t>people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35">
                <a:latin typeface="Verdana"/>
                <a:cs typeface="Verdana"/>
              </a:rPr>
              <a:t>immediately.</a:t>
            </a:r>
            <a:endParaRPr sz="3300">
              <a:latin typeface="Verdana"/>
              <a:cs typeface="Verdana"/>
            </a:endParaRPr>
          </a:p>
          <a:p>
            <a:pPr algn="just" marL="724535">
              <a:lnSpc>
                <a:spcPct val="100000"/>
              </a:lnSpc>
              <a:spcBef>
                <a:spcPts val="615"/>
              </a:spcBef>
            </a:pPr>
            <a:r>
              <a:rPr dirty="0" sz="3300" spc="-290">
                <a:latin typeface="Verdana"/>
                <a:cs typeface="Verdana"/>
              </a:rPr>
              <a:t>Why</a:t>
            </a:r>
            <a:r>
              <a:rPr dirty="0" sz="3300" spc="-525">
                <a:latin typeface="Verdana"/>
                <a:cs typeface="Verdana"/>
              </a:rPr>
              <a:t> </a:t>
            </a:r>
            <a:r>
              <a:rPr dirty="0" sz="3300" spc="-254">
                <a:latin typeface="Verdana"/>
                <a:cs typeface="Verdana"/>
              </a:rPr>
              <a:t>is</a:t>
            </a:r>
            <a:r>
              <a:rPr dirty="0" sz="3300" spc="-505">
                <a:latin typeface="Verdana"/>
                <a:cs typeface="Verdana"/>
              </a:rPr>
              <a:t> </a:t>
            </a:r>
            <a:r>
              <a:rPr dirty="0" sz="3300" spc="-254">
                <a:latin typeface="Verdana"/>
                <a:cs typeface="Verdana"/>
              </a:rPr>
              <a:t>this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95">
                <a:latin typeface="Verdana"/>
                <a:cs typeface="Verdana"/>
              </a:rPr>
              <a:t>system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65">
                <a:latin typeface="Verdana"/>
                <a:cs typeface="Verdana"/>
              </a:rPr>
              <a:t>necessary?</a:t>
            </a:r>
            <a:endParaRPr sz="3300">
              <a:latin typeface="Verdana"/>
              <a:cs typeface="Verdana"/>
            </a:endParaRPr>
          </a:p>
          <a:p>
            <a:pPr algn="just" marL="22860">
              <a:lnSpc>
                <a:spcPct val="100000"/>
              </a:lnSpc>
              <a:spcBef>
                <a:spcPts val="615"/>
              </a:spcBef>
            </a:pPr>
            <a:r>
              <a:rPr dirty="0" sz="3300" spc="-370">
                <a:latin typeface="Verdana"/>
                <a:cs typeface="Verdana"/>
              </a:rPr>
              <a:t>Ans:</a:t>
            </a:r>
            <a:r>
              <a:rPr dirty="0" sz="3300" spc="-535">
                <a:latin typeface="Verdana"/>
                <a:cs typeface="Verdana"/>
              </a:rPr>
              <a:t> </a:t>
            </a:r>
            <a:r>
              <a:rPr dirty="0" sz="3300" spc="-400">
                <a:latin typeface="Verdana"/>
                <a:cs typeface="Verdana"/>
              </a:rPr>
              <a:t>To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325">
                <a:latin typeface="Verdana"/>
                <a:cs typeface="Verdana"/>
              </a:rPr>
              <a:t>prevent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295">
                <a:latin typeface="Verdana"/>
                <a:cs typeface="Verdana"/>
              </a:rPr>
              <a:t>accidents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350">
                <a:latin typeface="Verdana"/>
                <a:cs typeface="Verdana"/>
              </a:rPr>
              <a:t>and</a:t>
            </a:r>
            <a:r>
              <a:rPr dirty="0" sz="3300" spc="-450">
                <a:latin typeface="Verdana"/>
                <a:cs typeface="Verdana"/>
              </a:rPr>
              <a:t> </a:t>
            </a:r>
            <a:r>
              <a:rPr dirty="0" sz="3300" spc="-415">
                <a:latin typeface="Verdana"/>
                <a:cs typeface="Verdana"/>
              </a:rPr>
              <a:t>save</a:t>
            </a:r>
            <a:r>
              <a:rPr dirty="0" sz="3300" spc="-445">
                <a:latin typeface="Verdana"/>
                <a:cs typeface="Verdana"/>
              </a:rPr>
              <a:t> </a:t>
            </a:r>
            <a:r>
              <a:rPr dirty="0" sz="3300" spc="-300">
                <a:latin typeface="Verdana"/>
                <a:cs typeface="Verdana"/>
              </a:rPr>
              <a:t>lives.</a:t>
            </a:r>
            <a:endParaRPr sz="33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2666" y="2969016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2666" y="4150116"/>
            <a:ext cx="142875" cy="142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2666" y="5331216"/>
            <a:ext cx="142875" cy="1428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2666" y="6512315"/>
            <a:ext cx="142875" cy="1428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2666" y="7693415"/>
            <a:ext cx="142875" cy="1428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319862" y="1941548"/>
            <a:ext cx="8936990" cy="6659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Tahoma"/>
                <a:cs typeface="Tahoma"/>
              </a:rPr>
              <a:t>2.sowjanya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dirty="0" sz="3350" spc="250">
                <a:latin typeface="Tahoma"/>
                <a:cs typeface="Tahoma"/>
              </a:rPr>
              <a:t>Why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do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 spc="180">
                <a:latin typeface="Tahoma"/>
                <a:cs typeface="Tahoma"/>
              </a:rPr>
              <a:t>LPG</a:t>
            </a:r>
            <a:r>
              <a:rPr dirty="0" sz="3350" spc="-170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leaks</a:t>
            </a:r>
            <a:r>
              <a:rPr dirty="0" sz="3350" spc="-16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become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dangerous?</a:t>
            </a:r>
            <a:endParaRPr sz="335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latin typeface="Tahoma"/>
                <a:cs typeface="Tahoma"/>
              </a:rPr>
              <a:t>Ans:</a:t>
            </a:r>
            <a:r>
              <a:rPr dirty="0" sz="3350" spc="-105">
                <a:latin typeface="Tahoma"/>
                <a:cs typeface="Tahoma"/>
              </a:rPr>
              <a:t> </a:t>
            </a:r>
            <a:r>
              <a:rPr dirty="0" sz="3350" spc="90">
                <a:latin typeface="Tahoma"/>
                <a:cs typeface="Tahoma"/>
              </a:rPr>
              <a:t>Gas</a:t>
            </a:r>
            <a:r>
              <a:rPr dirty="0" sz="3350" spc="-10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accumulates</a:t>
            </a:r>
            <a:r>
              <a:rPr dirty="0" sz="3350" spc="-10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in</a:t>
            </a:r>
            <a:r>
              <a:rPr dirty="0" sz="3350" spc="-105">
                <a:latin typeface="Tahoma"/>
                <a:cs typeface="Tahoma"/>
              </a:rPr>
              <a:t> </a:t>
            </a:r>
            <a:r>
              <a:rPr dirty="0" sz="3350" spc="60">
                <a:latin typeface="Tahoma"/>
                <a:cs typeface="Tahoma"/>
              </a:rPr>
              <a:t>closed</a:t>
            </a:r>
            <a:r>
              <a:rPr dirty="0" sz="3350" spc="-10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spaces.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350" spc="250">
                <a:latin typeface="Tahoma"/>
                <a:cs typeface="Tahoma"/>
              </a:rPr>
              <a:t>Why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do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 spc="60">
                <a:latin typeface="Tahoma"/>
                <a:cs typeface="Tahoma"/>
              </a:rPr>
              <a:t>people</a:t>
            </a:r>
            <a:r>
              <a:rPr dirty="0" sz="3350" spc="-160">
                <a:latin typeface="Tahoma"/>
                <a:cs typeface="Tahoma"/>
              </a:rPr>
              <a:t> </a:t>
            </a:r>
            <a:r>
              <a:rPr dirty="0" sz="3350" spc="60">
                <a:latin typeface="Tahoma"/>
                <a:cs typeface="Tahoma"/>
              </a:rPr>
              <a:t>fail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to</a:t>
            </a:r>
            <a:r>
              <a:rPr dirty="0" sz="3350" spc="-16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notice</a:t>
            </a:r>
            <a:r>
              <a:rPr dirty="0" sz="3350" spc="-16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the</a:t>
            </a:r>
            <a:r>
              <a:rPr dirty="0" sz="3350" spc="-16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leak?</a:t>
            </a:r>
            <a:endParaRPr sz="3350">
              <a:latin typeface="Tahoma"/>
              <a:cs typeface="Tahoma"/>
            </a:endParaRPr>
          </a:p>
          <a:p>
            <a:pPr marL="12700" marR="5080" indent="61594">
              <a:lnSpc>
                <a:spcPts val="4650"/>
              </a:lnSpc>
              <a:spcBef>
                <a:spcPts val="260"/>
              </a:spcBef>
            </a:pPr>
            <a:r>
              <a:rPr dirty="0" sz="3350">
                <a:latin typeface="Tahoma"/>
                <a:cs typeface="Tahoma"/>
              </a:rPr>
              <a:t>Ans: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They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may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not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recognize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the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 spc="110">
                <a:latin typeface="Tahoma"/>
                <a:cs typeface="Tahoma"/>
              </a:rPr>
              <a:t>smell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in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time. </a:t>
            </a:r>
            <a:r>
              <a:rPr dirty="0" sz="3350" spc="250">
                <a:latin typeface="Tahoma"/>
                <a:cs typeface="Tahoma"/>
              </a:rPr>
              <a:t>Why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is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automatic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detection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needed?</a:t>
            </a:r>
            <a:endParaRPr sz="3350">
              <a:latin typeface="Tahoma"/>
              <a:cs typeface="Tahoma"/>
            </a:endParaRPr>
          </a:p>
          <a:p>
            <a:pPr marL="247650">
              <a:lnSpc>
                <a:spcPct val="100000"/>
              </a:lnSpc>
              <a:spcBef>
                <a:spcPts val="370"/>
              </a:spcBef>
            </a:pPr>
            <a:r>
              <a:rPr dirty="0" sz="3350">
                <a:latin typeface="Tahoma"/>
                <a:cs typeface="Tahoma"/>
              </a:rPr>
              <a:t>Ans:</a:t>
            </a:r>
            <a:r>
              <a:rPr dirty="0" sz="3350" spc="-95">
                <a:latin typeface="Tahoma"/>
                <a:cs typeface="Tahoma"/>
              </a:rPr>
              <a:t> </a:t>
            </a:r>
            <a:r>
              <a:rPr dirty="0" sz="3350" spc="-195">
                <a:latin typeface="Tahoma"/>
                <a:cs typeface="Tahoma"/>
              </a:rPr>
              <a:t>It</a:t>
            </a:r>
            <a:r>
              <a:rPr dirty="0" sz="3350" spc="-9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provides</a:t>
            </a:r>
            <a:r>
              <a:rPr dirty="0" sz="3350" spc="-9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faster</a:t>
            </a:r>
            <a:r>
              <a:rPr dirty="0" sz="3350" spc="-90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warning</a:t>
            </a:r>
            <a:r>
              <a:rPr dirty="0" sz="3350" spc="-9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than</a:t>
            </a:r>
            <a:r>
              <a:rPr dirty="0" sz="3350" spc="-95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humans.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350" spc="250">
                <a:latin typeface="Tahoma"/>
                <a:cs typeface="Tahoma"/>
              </a:rPr>
              <a:t>Why</a:t>
            </a:r>
            <a:r>
              <a:rPr dirty="0" sz="3350" spc="-150">
                <a:latin typeface="Tahoma"/>
                <a:cs typeface="Tahoma"/>
              </a:rPr>
              <a:t> </a:t>
            </a:r>
            <a:r>
              <a:rPr dirty="0" sz="3350" spc="65">
                <a:latin typeface="Tahoma"/>
                <a:cs typeface="Tahoma"/>
              </a:rPr>
              <a:t>should</a:t>
            </a:r>
            <a:r>
              <a:rPr dirty="0" sz="3350" spc="-15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the</a:t>
            </a:r>
            <a:r>
              <a:rPr dirty="0" sz="3350" spc="-150">
                <a:latin typeface="Tahoma"/>
                <a:cs typeface="Tahoma"/>
              </a:rPr>
              <a:t> </a:t>
            </a:r>
            <a:r>
              <a:rPr dirty="0" sz="3350" spc="60">
                <a:latin typeface="Tahoma"/>
                <a:cs typeface="Tahoma"/>
              </a:rPr>
              <a:t>gas</a:t>
            </a:r>
            <a:r>
              <a:rPr dirty="0" sz="3350" spc="-145">
                <a:latin typeface="Tahoma"/>
                <a:cs typeface="Tahoma"/>
              </a:rPr>
              <a:t> </a:t>
            </a:r>
            <a:r>
              <a:rPr dirty="0" sz="3350" spc="80">
                <a:latin typeface="Tahoma"/>
                <a:cs typeface="Tahoma"/>
              </a:rPr>
              <a:t>supply</a:t>
            </a:r>
            <a:r>
              <a:rPr dirty="0" sz="3350" spc="-15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be</a:t>
            </a:r>
            <a:r>
              <a:rPr dirty="0" sz="3350" spc="-15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stopped?</a:t>
            </a:r>
            <a:endParaRPr sz="3350">
              <a:latin typeface="Tahoma"/>
              <a:cs typeface="Tahoma"/>
            </a:endParaRPr>
          </a:p>
          <a:p>
            <a:pPr marL="344805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latin typeface="Tahoma"/>
                <a:cs typeface="Tahoma"/>
              </a:rPr>
              <a:t>Ans: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 spc="-100">
                <a:latin typeface="Tahoma"/>
                <a:cs typeface="Tahoma"/>
              </a:rPr>
              <a:t>To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avoid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fire</a:t>
            </a:r>
            <a:r>
              <a:rPr dirty="0" sz="3350" spc="-12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and</a:t>
            </a:r>
            <a:r>
              <a:rPr dirty="0" sz="3350" spc="-12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explosions.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350" spc="250">
                <a:latin typeface="Tahoma"/>
                <a:cs typeface="Tahoma"/>
              </a:rPr>
              <a:t>Why</a:t>
            </a:r>
            <a:r>
              <a:rPr dirty="0" sz="3350" spc="-140">
                <a:latin typeface="Tahoma"/>
                <a:cs typeface="Tahoma"/>
              </a:rPr>
              <a:t> </a:t>
            </a:r>
            <a:r>
              <a:rPr dirty="0" sz="3350" spc="50">
                <a:latin typeface="Tahoma"/>
                <a:cs typeface="Tahoma"/>
              </a:rPr>
              <a:t>is</a:t>
            </a:r>
            <a:r>
              <a:rPr dirty="0" sz="3350" spc="-14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automation</a:t>
            </a:r>
            <a:r>
              <a:rPr dirty="0" sz="3350" spc="-14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important?</a:t>
            </a:r>
            <a:endParaRPr sz="3350">
              <a:latin typeface="Tahoma"/>
              <a:cs typeface="Tahoma"/>
            </a:endParaRPr>
          </a:p>
          <a:p>
            <a:pPr marL="340995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latin typeface="Tahoma"/>
                <a:cs typeface="Tahoma"/>
              </a:rPr>
              <a:t>Ans:</a:t>
            </a:r>
            <a:r>
              <a:rPr dirty="0" sz="3350" spc="-85">
                <a:latin typeface="Tahoma"/>
                <a:cs typeface="Tahoma"/>
              </a:rPr>
              <a:t> </a:t>
            </a:r>
            <a:r>
              <a:rPr dirty="0" sz="3350" spc="-195">
                <a:latin typeface="Tahoma"/>
                <a:cs typeface="Tahoma"/>
              </a:rPr>
              <a:t>It</a:t>
            </a:r>
            <a:r>
              <a:rPr dirty="0" sz="3350" spc="-8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increases</a:t>
            </a:r>
            <a:r>
              <a:rPr dirty="0" sz="3350" spc="-8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safety</a:t>
            </a:r>
            <a:r>
              <a:rPr dirty="0" sz="3350" spc="-8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and</a:t>
            </a:r>
            <a:r>
              <a:rPr dirty="0" sz="3350" spc="-80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reduces</a:t>
            </a:r>
            <a:r>
              <a:rPr dirty="0" sz="3350" spc="-85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risk.</a:t>
            </a:r>
            <a:endParaRPr sz="3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91" y="2980743"/>
            <a:ext cx="148011" cy="1480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8886" y="2649250"/>
            <a:ext cx="8518525" cy="1938655"/>
          </a:xfrm>
          <a:prstGeom prst="rect"/>
        </p:spPr>
        <p:txBody>
          <a:bodyPr wrap="square" lIns="0" tIns="107950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850"/>
              </a:spcBef>
            </a:pPr>
            <a:r>
              <a:rPr dirty="0" sz="3550" spc="305" b="0">
                <a:latin typeface="Tahoma"/>
                <a:cs typeface="Tahoma"/>
              </a:rPr>
              <a:t>Why</a:t>
            </a:r>
            <a:r>
              <a:rPr dirty="0" sz="3550" spc="-140" b="0">
                <a:latin typeface="Tahoma"/>
                <a:cs typeface="Tahoma"/>
              </a:rPr>
              <a:t> </a:t>
            </a:r>
            <a:r>
              <a:rPr dirty="0" sz="3550" spc="85" b="0">
                <a:latin typeface="Tahoma"/>
                <a:cs typeface="Tahoma"/>
              </a:rPr>
              <a:t>do</a:t>
            </a:r>
            <a:r>
              <a:rPr dirty="0" sz="3550" spc="-135" b="0">
                <a:latin typeface="Tahoma"/>
                <a:cs typeface="Tahoma"/>
              </a:rPr>
              <a:t> </a:t>
            </a:r>
            <a:r>
              <a:rPr dirty="0" sz="3550" spc="100" b="0">
                <a:latin typeface="Tahoma"/>
                <a:cs typeface="Tahoma"/>
              </a:rPr>
              <a:t>gas</a:t>
            </a:r>
            <a:r>
              <a:rPr dirty="0" sz="3550" spc="-135" b="0">
                <a:latin typeface="Tahoma"/>
                <a:cs typeface="Tahoma"/>
              </a:rPr>
              <a:t> </a:t>
            </a:r>
            <a:r>
              <a:rPr dirty="0" sz="3550" spc="80" b="0">
                <a:latin typeface="Tahoma"/>
                <a:cs typeface="Tahoma"/>
              </a:rPr>
              <a:t>leaks</a:t>
            </a:r>
            <a:r>
              <a:rPr dirty="0" sz="3550" spc="-135" b="0">
                <a:latin typeface="Tahoma"/>
                <a:cs typeface="Tahoma"/>
              </a:rPr>
              <a:t> </a:t>
            </a:r>
            <a:r>
              <a:rPr dirty="0" sz="3550" b="0">
                <a:latin typeface="Tahoma"/>
                <a:cs typeface="Tahoma"/>
              </a:rPr>
              <a:t>cause</a:t>
            </a:r>
            <a:r>
              <a:rPr dirty="0" sz="3550" spc="-135" b="0">
                <a:latin typeface="Tahoma"/>
                <a:cs typeface="Tahoma"/>
              </a:rPr>
              <a:t> </a:t>
            </a:r>
            <a:r>
              <a:rPr dirty="0" sz="3550" spc="60" b="0">
                <a:latin typeface="Tahoma"/>
                <a:cs typeface="Tahoma"/>
              </a:rPr>
              <a:t>explosions?</a:t>
            </a:r>
            <a:endParaRPr sz="3550">
              <a:latin typeface="Tahoma"/>
              <a:cs typeface="Tahoma"/>
            </a:endParaRPr>
          </a:p>
          <a:p>
            <a:pPr marL="2451735" marR="5080" indent="-2439670">
              <a:lnSpc>
                <a:spcPct val="117800"/>
              </a:lnSpc>
              <a:spcBef>
                <a:spcPts val="5"/>
              </a:spcBef>
            </a:pPr>
            <a:r>
              <a:rPr dirty="0" sz="3550" spc="55" b="0">
                <a:latin typeface="Tahoma"/>
                <a:cs typeface="Tahoma"/>
              </a:rPr>
              <a:t>Ans:</a:t>
            </a:r>
            <a:r>
              <a:rPr dirty="0" sz="3550" spc="-135" b="0">
                <a:latin typeface="Tahoma"/>
                <a:cs typeface="Tahoma"/>
              </a:rPr>
              <a:t> </a:t>
            </a:r>
            <a:r>
              <a:rPr dirty="0" sz="3550" spc="125" b="0">
                <a:latin typeface="Tahoma"/>
                <a:cs typeface="Tahoma"/>
              </a:rPr>
              <a:t>Gas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spc="50" b="0">
                <a:latin typeface="Tahoma"/>
                <a:cs typeface="Tahoma"/>
              </a:rPr>
              <a:t>comes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b="0">
                <a:latin typeface="Tahoma"/>
                <a:cs typeface="Tahoma"/>
              </a:rPr>
              <a:t>in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b="0">
                <a:latin typeface="Tahoma"/>
                <a:cs typeface="Tahoma"/>
              </a:rPr>
              <a:t>contact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spc="130" b="0">
                <a:latin typeface="Tahoma"/>
                <a:cs typeface="Tahoma"/>
              </a:rPr>
              <a:t>with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b="0">
                <a:latin typeface="Tahoma"/>
                <a:cs typeface="Tahoma"/>
              </a:rPr>
              <a:t>a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spc="55" b="0">
                <a:latin typeface="Tahoma"/>
                <a:cs typeface="Tahoma"/>
              </a:rPr>
              <a:t>spark</a:t>
            </a:r>
            <a:r>
              <a:rPr dirty="0" sz="3550" spc="-130" b="0">
                <a:latin typeface="Tahoma"/>
                <a:cs typeface="Tahoma"/>
              </a:rPr>
              <a:t> </a:t>
            </a:r>
            <a:r>
              <a:rPr dirty="0" sz="3550" spc="-25" b="0">
                <a:latin typeface="Tahoma"/>
                <a:cs typeface="Tahoma"/>
              </a:rPr>
              <a:t>or </a:t>
            </a:r>
            <a:r>
              <a:rPr dirty="0" sz="3550" spc="-10" b="0">
                <a:latin typeface="Tahoma"/>
                <a:cs typeface="Tahoma"/>
              </a:rPr>
              <a:t>flame.</a:t>
            </a:r>
            <a:endParaRPr sz="35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91" y="4893504"/>
            <a:ext cx="148011" cy="1480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91" y="6168677"/>
            <a:ext cx="148011" cy="1480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91" y="7443851"/>
            <a:ext cx="148011" cy="1480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91" y="8719025"/>
            <a:ext cx="148011" cy="14801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-12700" y="4562011"/>
            <a:ext cx="9609455" cy="512635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786765">
              <a:lnSpc>
                <a:spcPct val="100000"/>
              </a:lnSpc>
              <a:spcBef>
                <a:spcPts val="850"/>
              </a:spcBef>
            </a:pPr>
            <a:r>
              <a:rPr dirty="0" sz="3550" spc="305">
                <a:latin typeface="Tahoma"/>
                <a:cs typeface="Tahoma"/>
              </a:rPr>
              <a:t>Why</a:t>
            </a:r>
            <a:r>
              <a:rPr dirty="0" sz="3550" spc="-70">
                <a:latin typeface="Tahoma"/>
                <a:cs typeface="Tahoma"/>
              </a:rPr>
              <a:t> </a:t>
            </a:r>
            <a:r>
              <a:rPr dirty="0" sz="3550" spc="70">
                <a:latin typeface="Tahoma"/>
                <a:cs typeface="Tahoma"/>
              </a:rPr>
              <a:t>is</a:t>
            </a:r>
            <a:r>
              <a:rPr dirty="0" sz="3550" spc="-7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quick</a:t>
            </a:r>
            <a:r>
              <a:rPr dirty="0" sz="3550" spc="-6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action</a:t>
            </a:r>
            <a:r>
              <a:rPr dirty="0" sz="3550" spc="-70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required?</a:t>
            </a:r>
            <a:endParaRPr sz="3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3550" spc="55">
                <a:latin typeface="Tahoma"/>
                <a:cs typeface="Tahoma"/>
              </a:rPr>
              <a:t>Ans: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-50">
                <a:latin typeface="Tahoma"/>
                <a:cs typeface="Tahoma"/>
              </a:rPr>
              <a:t>To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reduce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the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chance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 spc="50">
                <a:latin typeface="Tahoma"/>
                <a:cs typeface="Tahoma"/>
              </a:rPr>
              <a:t>of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an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 spc="40">
                <a:latin typeface="Tahoma"/>
                <a:cs typeface="Tahoma"/>
              </a:rPr>
              <a:t>explosion.</a:t>
            </a:r>
            <a:endParaRPr sz="3550">
              <a:latin typeface="Tahoma"/>
              <a:cs typeface="Tahoma"/>
            </a:endParaRPr>
          </a:p>
          <a:p>
            <a:pPr marL="786765">
              <a:lnSpc>
                <a:spcPct val="100000"/>
              </a:lnSpc>
              <a:spcBef>
                <a:spcPts val="760"/>
              </a:spcBef>
            </a:pPr>
            <a:r>
              <a:rPr dirty="0" sz="3550" spc="305">
                <a:latin typeface="Tahoma"/>
                <a:cs typeface="Tahoma"/>
              </a:rPr>
              <a:t>Why</a:t>
            </a:r>
            <a:r>
              <a:rPr dirty="0" sz="3550" spc="-175">
                <a:latin typeface="Tahoma"/>
                <a:cs typeface="Tahoma"/>
              </a:rPr>
              <a:t> </a:t>
            </a:r>
            <a:r>
              <a:rPr dirty="0" sz="3550" spc="60">
                <a:latin typeface="Tahoma"/>
                <a:cs typeface="Tahoma"/>
              </a:rPr>
              <a:t>use</a:t>
            </a:r>
            <a:r>
              <a:rPr dirty="0" sz="3550" spc="-17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</a:t>
            </a:r>
            <a:r>
              <a:rPr dirty="0" sz="3550" spc="-170">
                <a:latin typeface="Tahoma"/>
                <a:cs typeface="Tahoma"/>
              </a:rPr>
              <a:t> </a:t>
            </a:r>
            <a:r>
              <a:rPr dirty="0" sz="3550" spc="100">
                <a:latin typeface="Tahoma"/>
                <a:cs typeface="Tahoma"/>
              </a:rPr>
              <a:t>gas</a:t>
            </a:r>
            <a:r>
              <a:rPr dirty="0" sz="3550" spc="-17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sensor?</a:t>
            </a:r>
            <a:endParaRPr sz="3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550" spc="55">
                <a:latin typeface="Tahoma"/>
                <a:cs typeface="Tahoma"/>
              </a:rPr>
              <a:t>Ans:</a:t>
            </a:r>
            <a:r>
              <a:rPr dirty="0" sz="3550" spc="-95">
                <a:latin typeface="Tahoma"/>
                <a:cs typeface="Tahoma"/>
              </a:rPr>
              <a:t> </a:t>
            </a:r>
            <a:r>
              <a:rPr dirty="0" sz="3550" spc="-50">
                <a:latin typeface="Tahoma"/>
                <a:cs typeface="Tahoma"/>
              </a:rPr>
              <a:t>To</a:t>
            </a:r>
            <a:r>
              <a:rPr dirty="0" sz="3550" spc="-95">
                <a:latin typeface="Tahoma"/>
                <a:cs typeface="Tahoma"/>
              </a:rPr>
              <a:t> </a:t>
            </a:r>
            <a:r>
              <a:rPr dirty="0" sz="3550" spc="50">
                <a:latin typeface="Tahoma"/>
                <a:cs typeface="Tahoma"/>
              </a:rPr>
              <a:t>detect</a:t>
            </a:r>
            <a:r>
              <a:rPr dirty="0" sz="3550" spc="-90">
                <a:latin typeface="Tahoma"/>
                <a:cs typeface="Tahoma"/>
              </a:rPr>
              <a:t> </a:t>
            </a:r>
            <a:r>
              <a:rPr dirty="0" sz="3550" spc="100">
                <a:latin typeface="Tahoma"/>
                <a:cs typeface="Tahoma"/>
              </a:rPr>
              <a:t>gas</a:t>
            </a:r>
            <a:r>
              <a:rPr dirty="0" sz="3550" spc="-9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concentration</a:t>
            </a:r>
            <a:r>
              <a:rPr dirty="0" sz="3550" spc="-90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accurately.</a:t>
            </a:r>
            <a:endParaRPr sz="3550">
              <a:latin typeface="Tahoma"/>
              <a:cs typeface="Tahoma"/>
            </a:endParaRPr>
          </a:p>
          <a:p>
            <a:pPr marL="786765">
              <a:lnSpc>
                <a:spcPct val="100000"/>
              </a:lnSpc>
              <a:spcBef>
                <a:spcPts val="760"/>
              </a:spcBef>
            </a:pPr>
            <a:r>
              <a:rPr dirty="0" sz="3550" spc="305">
                <a:latin typeface="Tahoma"/>
                <a:cs typeface="Tahoma"/>
              </a:rPr>
              <a:t>Why</a:t>
            </a:r>
            <a:r>
              <a:rPr dirty="0" sz="3550" spc="-180">
                <a:latin typeface="Tahoma"/>
                <a:cs typeface="Tahoma"/>
              </a:rPr>
              <a:t> </a:t>
            </a:r>
            <a:r>
              <a:rPr dirty="0" sz="3550" spc="100">
                <a:latin typeface="Tahoma"/>
                <a:cs typeface="Tahoma"/>
              </a:rPr>
              <a:t>should</a:t>
            </a:r>
            <a:r>
              <a:rPr dirty="0" sz="3550" spc="-180">
                <a:latin typeface="Tahoma"/>
                <a:cs typeface="Tahoma"/>
              </a:rPr>
              <a:t> </a:t>
            </a:r>
            <a:r>
              <a:rPr dirty="0" sz="3550" spc="50">
                <a:latin typeface="Tahoma"/>
                <a:cs typeface="Tahoma"/>
              </a:rPr>
              <a:t>notifications</a:t>
            </a:r>
            <a:r>
              <a:rPr dirty="0" sz="3550" spc="-180">
                <a:latin typeface="Tahoma"/>
                <a:cs typeface="Tahoma"/>
              </a:rPr>
              <a:t> </a:t>
            </a:r>
            <a:r>
              <a:rPr dirty="0" sz="3550" spc="75">
                <a:latin typeface="Tahoma"/>
                <a:cs typeface="Tahoma"/>
              </a:rPr>
              <a:t>be</a:t>
            </a:r>
            <a:r>
              <a:rPr dirty="0" sz="3550" spc="-17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sent?</a:t>
            </a:r>
            <a:endParaRPr sz="3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3550" spc="55">
                <a:latin typeface="Tahoma"/>
                <a:cs typeface="Tahoma"/>
              </a:rPr>
              <a:t>Ans:</a:t>
            </a:r>
            <a:r>
              <a:rPr dirty="0" sz="3550" spc="-140">
                <a:latin typeface="Tahoma"/>
                <a:cs typeface="Tahoma"/>
              </a:rPr>
              <a:t> </a:t>
            </a:r>
            <a:r>
              <a:rPr dirty="0" sz="3550" spc="-50">
                <a:latin typeface="Tahoma"/>
                <a:cs typeface="Tahoma"/>
              </a:rPr>
              <a:t>To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inform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users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even</a:t>
            </a:r>
            <a:r>
              <a:rPr dirty="0" sz="3550" spc="-140">
                <a:latin typeface="Tahoma"/>
                <a:cs typeface="Tahoma"/>
              </a:rPr>
              <a:t> </a:t>
            </a:r>
            <a:r>
              <a:rPr dirty="0" sz="3550" spc="130">
                <a:latin typeface="Tahoma"/>
                <a:cs typeface="Tahoma"/>
              </a:rPr>
              <a:t>when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they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are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away.</a:t>
            </a:r>
            <a:endParaRPr sz="3550">
              <a:latin typeface="Tahoma"/>
              <a:cs typeface="Tahoma"/>
            </a:endParaRPr>
          </a:p>
          <a:p>
            <a:pPr marL="786765">
              <a:lnSpc>
                <a:spcPct val="100000"/>
              </a:lnSpc>
              <a:spcBef>
                <a:spcPts val="760"/>
              </a:spcBef>
            </a:pPr>
            <a:r>
              <a:rPr dirty="0" sz="3550" spc="305">
                <a:latin typeface="Tahoma"/>
                <a:cs typeface="Tahoma"/>
              </a:rPr>
              <a:t>Why</a:t>
            </a:r>
            <a:r>
              <a:rPr dirty="0" sz="3550" spc="-180">
                <a:latin typeface="Tahoma"/>
                <a:cs typeface="Tahoma"/>
              </a:rPr>
              <a:t> </a:t>
            </a:r>
            <a:r>
              <a:rPr dirty="0" sz="3550" spc="70">
                <a:latin typeface="Tahoma"/>
                <a:cs typeface="Tahoma"/>
              </a:rPr>
              <a:t>is</a:t>
            </a:r>
            <a:r>
              <a:rPr dirty="0" sz="3550" spc="-175">
                <a:latin typeface="Tahoma"/>
                <a:cs typeface="Tahoma"/>
              </a:rPr>
              <a:t> </a:t>
            </a:r>
            <a:r>
              <a:rPr dirty="0" sz="3550" spc="-95">
                <a:latin typeface="Tahoma"/>
                <a:cs typeface="Tahoma"/>
              </a:rPr>
              <a:t>IoT</a:t>
            </a:r>
            <a:r>
              <a:rPr dirty="0" sz="3550" spc="-175">
                <a:latin typeface="Tahoma"/>
                <a:cs typeface="Tahoma"/>
              </a:rPr>
              <a:t> </a:t>
            </a:r>
            <a:r>
              <a:rPr dirty="0" sz="3550" spc="40">
                <a:latin typeface="Tahoma"/>
                <a:cs typeface="Tahoma"/>
              </a:rPr>
              <a:t>useful?</a:t>
            </a:r>
            <a:endParaRPr sz="3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3550" spc="55">
                <a:latin typeface="Tahoma"/>
                <a:cs typeface="Tahoma"/>
              </a:rPr>
              <a:t>Ans:</a:t>
            </a:r>
            <a:r>
              <a:rPr dirty="0" sz="3550" spc="-130">
                <a:latin typeface="Tahoma"/>
                <a:cs typeface="Tahoma"/>
              </a:rPr>
              <a:t> </a:t>
            </a:r>
            <a:r>
              <a:rPr dirty="0" sz="3550" spc="-185">
                <a:latin typeface="Tahoma"/>
                <a:cs typeface="Tahoma"/>
              </a:rPr>
              <a:t>It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90">
                <a:latin typeface="Tahoma"/>
                <a:cs typeface="Tahoma"/>
              </a:rPr>
              <a:t>enables</a:t>
            </a:r>
            <a:r>
              <a:rPr dirty="0" sz="3550" spc="-13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remote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monitoring.</a:t>
            </a:r>
            <a:endParaRPr sz="35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1024" y="3214515"/>
            <a:ext cx="146716" cy="1467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1024" y="4478533"/>
            <a:ext cx="146716" cy="1467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1024" y="5742552"/>
            <a:ext cx="146716" cy="1467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623319" y="2885811"/>
            <a:ext cx="8654415" cy="381762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779780">
              <a:lnSpc>
                <a:spcPct val="100000"/>
              </a:lnSpc>
              <a:spcBef>
                <a:spcPts val="815"/>
              </a:spcBef>
            </a:pPr>
            <a:r>
              <a:rPr dirty="0" sz="3550" spc="285">
                <a:latin typeface="Tahoma"/>
                <a:cs typeface="Tahoma"/>
              </a:rPr>
              <a:t>Why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 spc="65">
                <a:latin typeface="Tahoma"/>
                <a:cs typeface="Tahoma"/>
              </a:rPr>
              <a:t>do</a:t>
            </a:r>
            <a:r>
              <a:rPr dirty="0" sz="3550" spc="-8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industries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need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 spc="80">
                <a:latin typeface="Tahoma"/>
                <a:cs typeface="Tahoma"/>
              </a:rPr>
              <a:t>gas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detection?</a:t>
            </a:r>
            <a:endParaRPr sz="3550">
              <a:latin typeface="Tahoma"/>
              <a:cs typeface="Tahoma"/>
            </a:endParaRPr>
          </a:p>
          <a:p>
            <a:pPr marL="29845">
              <a:lnSpc>
                <a:spcPct val="100000"/>
              </a:lnSpc>
              <a:spcBef>
                <a:spcPts val="715"/>
              </a:spcBef>
            </a:pPr>
            <a:r>
              <a:rPr dirty="0" sz="3550">
                <a:latin typeface="Tahoma"/>
                <a:cs typeface="Tahoma"/>
              </a:rPr>
              <a:t>Ans:</a:t>
            </a:r>
            <a:r>
              <a:rPr dirty="0" sz="3550" spc="-130">
                <a:latin typeface="Tahoma"/>
                <a:cs typeface="Tahoma"/>
              </a:rPr>
              <a:t> </a:t>
            </a:r>
            <a:r>
              <a:rPr dirty="0" sz="3550" spc="-95">
                <a:latin typeface="Tahoma"/>
                <a:cs typeface="Tahoma"/>
              </a:rPr>
              <a:t>To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protect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workers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50">
                <a:latin typeface="Tahoma"/>
                <a:cs typeface="Tahoma"/>
              </a:rPr>
              <a:t>and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equipment.</a:t>
            </a:r>
            <a:endParaRPr sz="3550">
              <a:latin typeface="Tahoma"/>
              <a:cs typeface="Tahoma"/>
            </a:endParaRPr>
          </a:p>
          <a:p>
            <a:pPr marL="779780">
              <a:lnSpc>
                <a:spcPct val="100000"/>
              </a:lnSpc>
              <a:spcBef>
                <a:spcPts val="715"/>
              </a:spcBef>
            </a:pPr>
            <a:r>
              <a:rPr dirty="0" sz="3550" spc="285">
                <a:latin typeface="Tahoma"/>
                <a:cs typeface="Tahoma"/>
              </a:rPr>
              <a:t>Why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is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manual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inspection</a:t>
            </a:r>
            <a:r>
              <a:rPr dirty="0" sz="3550" spc="-8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not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enough?</a:t>
            </a:r>
            <a:endParaRPr sz="355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720"/>
              </a:spcBef>
            </a:pPr>
            <a:r>
              <a:rPr dirty="0" sz="3550">
                <a:latin typeface="Tahoma"/>
                <a:cs typeface="Tahoma"/>
              </a:rPr>
              <a:t>Ans:</a:t>
            </a:r>
            <a:r>
              <a:rPr dirty="0" sz="3550" spc="-80">
                <a:latin typeface="Tahoma"/>
                <a:cs typeface="Tahoma"/>
              </a:rPr>
              <a:t> </a:t>
            </a:r>
            <a:r>
              <a:rPr dirty="0" sz="3550" spc="-195">
                <a:latin typeface="Tahoma"/>
                <a:cs typeface="Tahoma"/>
              </a:rPr>
              <a:t>It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cannot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monitor</a:t>
            </a:r>
            <a:r>
              <a:rPr dirty="0" sz="3550" spc="-7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continuously.</a:t>
            </a:r>
            <a:endParaRPr sz="3550">
              <a:latin typeface="Tahoma"/>
              <a:cs typeface="Tahoma"/>
            </a:endParaRPr>
          </a:p>
          <a:p>
            <a:pPr marL="779780">
              <a:lnSpc>
                <a:spcPct val="100000"/>
              </a:lnSpc>
              <a:spcBef>
                <a:spcPts val="715"/>
              </a:spcBef>
            </a:pPr>
            <a:r>
              <a:rPr dirty="0" sz="3550" spc="285">
                <a:latin typeface="Tahoma"/>
                <a:cs typeface="Tahoma"/>
              </a:rPr>
              <a:t>Why</a:t>
            </a:r>
            <a:r>
              <a:rPr dirty="0" sz="3550" spc="-10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use</a:t>
            </a:r>
            <a:r>
              <a:rPr dirty="0" sz="3550" spc="-100">
                <a:latin typeface="Tahoma"/>
                <a:cs typeface="Tahoma"/>
              </a:rPr>
              <a:t> </a:t>
            </a:r>
            <a:r>
              <a:rPr dirty="0" sz="3550" spc="80">
                <a:latin typeface="Tahoma"/>
                <a:cs typeface="Tahoma"/>
              </a:rPr>
              <a:t>real-</a:t>
            </a:r>
            <a:r>
              <a:rPr dirty="0" sz="3550">
                <a:latin typeface="Tahoma"/>
                <a:cs typeface="Tahoma"/>
              </a:rPr>
              <a:t>time</a:t>
            </a:r>
            <a:r>
              <a:rPr dirty="0" sz="3550" spc="-10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monitoring?</a:t>
            </a:r>
            <a:endParaRPr sz="3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550">
                <a:latin typeface="Tahoma"/>
                <a:cs typeface="Tahoma"/>
              </a:rPr>
              <a:t>Ans:</a:t>
            </a:r>
            <a:r>
              <a:rPr dirty="0" sz="3550" spc="-105">
                <a:latin typeface="Tahoma"/>
                <a:cs typeface="Tahoma"/>
              </a:rPr>
              <a:t> </a:t>
            </a:r>
            <a:r>
              <a:rPr dirty="0" sz="3550" spc="-95">
                <a:latin typeface="Tahoma"/>
                <a:cs typeface="Tahoma"/>
              </a:rPr>
              <a:t>To</a:t>
            </a:r>
            <a:r>
              <a:rPr dirty="0" sz="3550" spc="-10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detect</a:t>
            </a:r>
            <a:r>
              <a:rPr dirty="0" sz="3550" spc="-100">
                <a:latin typeface="Tahoma"/>
                <a:cs typeface="Tahoma"/>
              </a:rPr>
              <a:t> </a:t>
            </a:r>
            <a:r>
              <a:rPr dirty="0" sz="3550" spc="65">
                <a:latin typeface="Tahoma"/>
                <a:cs typeface="Tahoma"/>
              </a:rPr>
              <a:t>leaks</a:t>
            </a:r>
            <a:r>
              <a:rPr dirty="0" sz="3550" spc="-100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instantly.</a:t>
            </a:r>
            <a:endParaRPr sz="35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1024" y="7006571"/>
            <a:ext cx="146716" cy="14671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390759" y="6768153"/>
            <a:ext cx="7961630" cy="567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550" spc="285">
                <a:latin typeface="Tahoma"/>
                <a:cs typeface="Tahoma"/>
              </a:rPr>
              <a:t>Why</a:t>
            </a:r>
            <a:r>
              <a:rPr dirty="0" sz="3550" spc="-140">
                <a:latin typeface="Tahoma"/>
                <a:cs typeface="Tahoma"/>
              </a:rPr>
              <a:t> </a:t>
            </a:r>
            <a:r>
              <a:rPr dirty="0" sz="3550" spc="80">
                <a:latin typeface="Tahoma"/>
                <a:cs typeface="Tahoma"/>
              </a:rPr>
              <a:t>should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emergency</a:t>
            </a:r>
            <a:r>
              <a:rPr dirty="0" sz="3550" spc="-140">
                <a:latin typeface="Tahoma"/>
                <a:cs typeface="Tahoma"/>
              </a:rPr>
              <a:t> </a:t>
            </a:r>
            <a:r>
              <a:rPr dirty="0" sz="3550" spc="80">
                <a:latin typeface="Tahoma"/>
                <a:cs typeface="Tahoma"/>
              </a:rPr>
              <a:t>alerts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be</a:t>
            </a:r>
            <a:r>
              <a:rPr dirty="0" sz="3550" spc="-13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given</a:t>
            </a:r>
            <a:endParaRPr sz="35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1024" y="8270589"/>
            <a:ext cx="146716" cy="1467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634076" y="7309875"/>
            <a:ext cx="6936105" cy="192151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3550">
                <a:latin typeface="Tahoma"/>
                <a:cs typeface="Tahoma"/>
              </a:rPr>
              <a:t>Ans: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-95">
                <a:latin typeface="Tahoma"/>
                <a:cs typeface="Tahoma"/>
              </a:rPr>
              <a:t>To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65">
                <a:latin typeface="Tahoma"/>
                <a:cs typeface="Tahoma"/>
              </a:rPr>
              <a:t>enable</a:t>
            </a:r>
            <a:r>
              <a:rPr dirty="0" sz="3550" spc="-120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quick</a:t>
            </a:r>
            <a:r>
              <a:rPr dirty="0" sz="3550" spc="-12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evacuation.</a:t>
            </a:r>
            <a:endParaRPr sz="3550">
              <a:latin typeface="Tahoma"/>
              <a:cs typeface="Tahoma"/>
            </a:endParaRPr>
          </a:p>
          <a:p>
            <a:pPr marL="19685" marR="5080" indent="748665">
              <a:lnSpc>
                <a:spcPct val="116799"/>
              </a:lnSpc>
            </a:pPr>
            <a:r>
              <a:rPr dirty="0" sz="3550" spc="285">
                <a:latin typeface="Tahoma"/>
                <a:cs typeface="Tahoma"/>
              </a:rPr>
              <a:t>Why</a:t>
            </a:r>
            <a:r>
              <a:rPr dirty="0" sz="3550" spc="-195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is</a:t>
            </a:r>
            <a:r>
              <a:rPr dirty="0" sz="3550" spc="-190">
                <a:latin typeface="Tahoma"/>
                <a:cs typeface="Tahoma"/>
              </a:rPr>
              <a:t> </a:t>
            </a:r>
            <a:r>
              <a:rPr dirty="0" sz="3550" spc="55">
                <a:latin typeface="Tahoma"/>
                <a:cs typeface="Tahoma"/>
              </a:rPr>
              <a:t>this</a:t>
            </a:r>
            <a:r>
              <a:rPr dirty="0" sz="3550" spc="-19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project</a:t>
            </a:r>
            <a:r>
              <a:rPr dirty="0" sz="3550" spc="-190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beneficial? </a:t>
            </a:r>
            <a:r>
              <a:rPr dirty="0" sz="3550">
                <a:latin typeface="Tahoma"/>
                <a:cs typeface="Tahoma"/>
              </a:rPr>
              <a:t>Ans:</a:t>
            </a:r>
            <a:r>
              <a:rPr dirty="0" sz="3550" spc="-90">
                <a:latin typeface="Tahoma"/>
                <a:cs typeface="Tahoma"/>
              </a:rPr>
              <a:t> </a:t>
            </a:r>
            <a:r>
              <a:rPr dirty="0" sz="3550" spc="-195">
                <a:latin typeface="Tahoma"/>
                <a:cs typeface="Tahoma"/>
              </a:rPr>
              <a:t>It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>
                <a:latin typeface="Tahoma"/>
                <a:cs typeface="Tahoma"/>
              </a:rPr>
              <a:t>improves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 spc="75">
                <a:latin typeface="Tahoma"/>
                <a:cs typeface="Tahoma"/>
              </a:rPr>
              <a:t>workplace</a:t>
            </a:r>
            <a:r>
              <a:rPr dirty="0" sz="3550" spc="-85">
                <a:latin typeface="Tahoma"/>
                <a:cs typeface="Tahoma"/>
              </a:rPr>
              <a:t> </a:t>
            </a:r>
            <a:r>
              <a:rPr dirty="0" sz="3550" spc="-10">
                <a:latin typeface="Tahoma"/>
                <a:cs typeface="Tahoma"/>
              </a:rPr>
              <a:t>safety.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056" y="1719122"/>
            <a:ext cx="15671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Tahoma"/>
                <a:cs typeface="Tahoma"/>
              </a:rPr>
              <a:t>3.Keerthi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43170" y="1719122"/>
            <a:ext cx="18675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65">
                <a:latin typeface="Tahoma"/>
                <a:cs typeface="Tahoma"/>
              </a:rPr>
              <a:t>4.Abhilash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50" y="977900"/>
            <a:ext cx="25507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Tahoma"/>
                <a:cs typeface="Tahoma"/>
              </a:rPr>
              <a:t>4.Hemanth</a:t>
            </a:r>
            <a:r>
              <a:rPr dirty="0" sz="3000" spc="110">
                <a:latin typeface="Tahoma"/>
                <a:cs typeface="Tahoma"/>
              </a:rPr>
              <a:t> </a:t>
            </a:r>
            <a:r>
              <a:rPr dirty="0" sz="3000" spc="30">
                <a:latin typeface="Tahoma"/>
                <a:cs typeface="Tahoma"/>
              </a:rPr>
              <a:t>Sai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010" y="2247899"/>
            <a:ext cx="123824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0635" y="1968500"/>
            <a:ext cx="6504305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is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early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detection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important?</a:t>
            </a:r>
            <a:endParaRPr sz="3000">
              <a:latin typeface="Tahoma"/>
              <a:cs typeface="Tahoma"/>
            </a:endParaRPr>
          </a:p>
          <a:p>
            <a:pPr marL="72009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55">
                <a:latin typeface="Tahoma"/>
                <a:cs typeface="Tahoma"/>
              </a:rPr>
              <a:t>It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prevents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major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accidents.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010" y="3848099"/>
            <a:ext cx="123824" cy="123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50635" y="3568700"/>
            <a:ext cx="6885940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150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do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leaks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remain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unnoticed?</a:t>
            </a:r>
            <a:endParaRPr sz="3000">
              <a:latin typeface="Tahoma"/>
              <a:cs typeface="Tahoma"/>
            </a:endParaRPr>
          </a:p>
          <a:p>
            <a:pPr marL="10287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Small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leaks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are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45">
                <a:latin typeface="Tahoma"/>
                <a:cs typeface="Tahoma"/>
              </a:rPr>
              <a:t>difficult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identify.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010" y="5448300"/>
            <a:ext cx="123824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0635" y="5168899"/>
            <a:ext cx="7624445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should</a:t>
            </a:r>
            <a:r>
              <a:rPr dirty="0" sz="3000" spc="-1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the</a:t>
            </a:r>
            <a:r>
              <a:rPr dirty="0" sz="3000" spc="-140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system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75">
                <a:latin typeface="Tahoma"/>
                <a:cs typeface="Tahoma"/>
              </a:rPr>
              <a:t>work</a:t>
            </a:r>
            <a:r>
              <a:rPr dirty="0" sz="3000" spc="-14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automatically?</a:t>
            </a:r>
            <a:endParaRPr sz="3000">
              <a:latin typeface="Tahoma"/>
              <a:cs typeface="Tahoma"/>
            </a:endParaRPr>
          </a:p>
          <a:p>
            <a:pPr algn="ctr" marR="63944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reduce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human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error.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010" y="7048500"/>
            <a:ext cx="123824" cy="1238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50635" y="6769100"/>
            <a:ext cx="6452870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use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-100">
                <a:latin typeface="Tahoma"/>
                <a:cs typeface="Tahoma"/>
              </a:rPr>
              <a:t>IoT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technology?</a:t>
            </a:r>
            <a:endParaRPr sz="3000">
              <a:latin typeface="Tahoma"/>
              <a:cs typeface="Tahoma"/>
            </a:endParaRPr>
          </a:p>
          <a:p>
            <a:pPr marL="53657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2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For</a:t>
            </a:r>
            <a:r>
              <a:rPr dirty="0" sz="3000" spc="-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instant</a:t>
            </a:r>
            <a:r>
              <a:rPr dirty="0" sz="3000" spc="-2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data</a:t>
            </a:r>
            <a:r>
              <a:rPr dirty="0" sz="3000" spc="-2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transmission.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9010" y="8648699"/>
            <a:ext cx="123824" cy="1238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50635" y="8369300"/>
            <a:ext cx="6829425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is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this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system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 spc="35">
                <a:latin typeface="Tahoma"/>
                <a:cs typeface="Tahoma"/>
              </a:rPr>
              <a:t>reliable?</a:t>
            </a:r>
            <a:endParaRPr sz="3000">
              <a:latin typeface="Tahoma"/>
              <a:cs typeface="Tahoma"/>
            </a:endParaRPr>
          </a:p>
          <a:p>
            <a:pPr marL="15938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10">
                <a:latin typeface="Tahoma"/>
                <a:cs typeface="Tahoma"/>
              </a:rPr>
              <a:t> </a:t>
            </a:r>
            <a:r>
              <a:rPr dirty="0" sz="3000" spc="-155">
                <a:latin typeface="Tahoma"/>
                <a:cs typeface="Tahoma"/>
              </a:rPr>
              <a:t>It</a:t>
            </a:r>
            <a:r>
              <a:rPr dirty="0" sz="3000" spc="1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provides</a:t>
            </a:r>
            <a:r>
              <a:rPr dirty="0" sz="3000" spc="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continuous</a:t>
            </a:r>
            <a:r>
              <a:rPr dirty="0" sz="3000" spc="1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monitoring.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06978" y="1334654"/>
            <a:ext cx="42189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Tahoma"/>
                <a:cs typeface="Tahoma"/>
              </a:rPr>
              <a:t>5.Uma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 spc="65">
                <a:latin typeface="Tahoma"/>
                <a:cs typeface="Tahoma"/>
              </a:rPr>
              <a:t>Maheshwara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 spc="25">
                <a:latin typeface="Tahoma"/>
                <a:cs typeface="Tahoma"/>
              </a:rPr>
              <a:t>Rao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7374" y="2604654"/>
            <a:ext cx="123824" cy="1238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778999" y="2325254"/>
            <a:ext cx="8265159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should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homes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have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leakage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detection?</a:t>
            </a:r>
            <a:endParaRPr sz="3000">
              <a:latin typeface="Tahoma"/>
              <a:cs typeface="Tahoma"/>
            </a:endParaRPr>
          </a:p>
          <a:p>
            <a:pPr algn="ctr" marR="64008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ensure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family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safety.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7374" y="4204854"/>
            <a:ext cx="123824" cy="1238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78999" y="3925454"/>
            <a:ext cx="6471920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should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alarms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be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loud?</a:t>
            </a:r>
            <a:endParaRPr sz="3000">
              <a:latin typeface="Tahoma"/>
              <a:cs typeface="Tahoma"/>
            </a:endParaRPr>
          </a:p>
          <a:p>
            <a:pPr marL="115760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warn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everyone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nearby.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7374" y="5805054"/>
            <a:ext cx="123824" cy="12382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778999" y="5525654"/>
            <a:ext cx="6831330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30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is</a:t>
            </a:r>
            <a:r>
              <a:rPr dirty="0" sz="3000" spc="-2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emergency</a:t>
            </a:r>
            <a:r>
              <a:rPr dirty="0" sz="3000" spc="-3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response</a:t>
            </a:r>
            <a:r>
              <a:rPr dirty="0" sz="3000" spc="-2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necessary?</a:t>
            </a:r>
            <a:endParaRPr sz="3000">
              <a:latin typeface="Tahoma"/>
              <a:cs typeface="Tahoma"/>
            </a:endParaRPr>
          </a:p>
          <a:p>
            <a:pPr algn="ctr" marL="78549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minimize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damage.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77374" y="7405254"/>
            <a:ext cx="123824" cy="1238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778999" y="7125854"/>
            <a:ext cx="7673975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should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maintenance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be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done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regularly?</a:t>
            </a:r>
            <a:endParaRPr sz="3000">
              <a:latin typeface="Tahoma"/>
              <a:cs typeface="Tahoma"/>
            </a:endParaRPr>
          </a:p>
          <a:p>
            <a:pPr algn="ctr" marR="4889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1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</a:t>
            </a:r>
            <a:r>
              <a:rPr dirty="0" sz="3000" spc="1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unexpected</a:t>
            </a:r>
            <a:r>
              <a:rPr dirty="0" sz="3000" spc="2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leaks.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77374" y="9005453"/>
            <a:ext cx="123824" cy="12382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778999" y="8726054"/>
            <a:ext cx="6534150" cy="1092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210">
                <a:latin typeface="Tahoma"/>
                <a:cs typeface="Tahoma"/>
              </a:rPr>
              <a:t>Why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is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prevention</a:t>
            </a:r>
            <a:r>
              <a:rPr dirty="0" sz="3000" spc="-5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better</a:t>
            </a:r>
            <a:r>
              <a:rPr dirty="0" sz="3000" spc="-5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than</a:t>
            </a:r>
            <a:r>
              <a:rPr dirty="0" sz="3000" spc="-5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repair?</a:t>
            </a:r>
            <a:endParaRPr sz="3000">
              <a:latin typeface="Tahoma"/>
              <a:cs typeface="Tahoma"/>
            </a:endParaRPr>
          </a:p>
          <a:p>
            <a:pPr marL="109537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55">
                <a:latin typeface="Tahoma"/>
                <a:cs typeface="Tahoma"/>
              </a:rPr>
              <a:t>It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saves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lives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property.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218" y="1386857"/>
            <a:ext cx="140852" cy="1408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218" y="3207108"/>
            <a:ext cx="140852" cy="1408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218" y="5027359"/>
            <a:ext cx="140852" cy="1408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218" y="6847609"/>
            <a:ext cx="140852" cy="1408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218" y="8667860"/>
            <a:ext cx="140852" cy="1408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332" y="-56039"/>
            <a:ext cx="9845040" cy="9646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71195">
              <a:lnSpc>
                <a:spcPct val="100000"/>
              </a:lnSpc>
              <a:spcBef>
                <a:spcPts val="110"/>
              </a:spcBef>
            </a:pPr>
            <a:r>
              <a:rPr dirty="0" sz="3400" spc="55">
                <a:latin typeface="Tahoma"/>
                <a:cs typeface="Tahoma"/>
              </a:rPr>
              <a:t>7.Koteswara</a:t>
            </a:r>
            <a:r>
              <a:rPr dirty="0" sz="3400" spc="-160">
                <a:latin typeface="Tahoma"/>
                <a:cs typeface="Tahoma"/>
              </a:rPr>
              <a:t> </a:t>
            </a:r>
            <a:r>
              <a:rPr dirty="0" sz="3400" spc="45">
                <a:latin typeface="Tahoma"/>
                <a:cs typeface="Tahoma"/>
              </a:rPr>
              <a:t>Rao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3400">
              <a:latin typeface="Tahoma"/>
              <a:cs typeface="Tahoma"/>
            </a:endParaRPr>
          </a:p>
          <a:p>
            <a:pPr marL="704215">
              <a:lnSpc>
                <a:spcPct val="100000"/>
              </a:lnSpc>
            </a:pPr>
            <a:r>
              <a:rPr dirty="0" sz="3400" spc="250">
                <a:latin typeface="Tahoma"/>
                <a:cs typeface="Tahoma"/>
              </a:rPr>
              <a:t>Why</a:t>
            </a:r>
            <a:r>
              <a:rPr dirty="0" sz="3400" spc="-140">
                <a:latin typeface="Tahoma"/>
                <a:cs typeface="Tahoma"/>
              </a:rPr>
              <a:t> </a:t>
            </a:r>
            <a:r>
              <a:rPr dirty="0" sz="3400" spc="90">
                <a:latin typeface="Tahoma"/>
                <a:cs typeface="Tahoma"/>
              </a:rPr>
              <a:t>should</a:t>
            </a:r>
            <a:r>
              <a:rPr dirty="0" sz="3400" spc="-13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smart</a:t>
            </a:r>
            <a:r>
              <a:rPr dirty="0" sz="3400" spc="-140">
                <a:latin typeface="Tahoma"/>
                <a:cs typeface="Tahoma"/>
              </a:rPr>
              <a:t> </a:t>
            </a:r>
            <a:r>
              <a:rPr dirty="0" sz="3400" spc="50">
                <a:latin typeface="Tahoma"/>
                <a:cs typeface="Tahoma"/>
              </a:rPr>
              <a:t>safety</a:t>
            </a:r>
            <a:r>
              <a:rPr dirty="0" sz="3400" spc="-135">
                <a:latin typeface="Tahoma"/>
                <a:cs typeface="Tahoma"/>
              </a:rPr>
              <a:t> </a:t>
            </a:r>
            <a:r>
              <a:rPr dirty="0" sz="3400" spc="75">
                <a:latin typeface="Tahoma"/>
                <a:cs typeface="Tahoma"/>
              </a:rPr>
              <a:t>systems</a:t>
            </a:r>
            <a:r>
              <a:rPr dirty="0" sz="3400" spc="-140">
                <a:latin typeface="Tahoma"/>
                <a:cs typeface="Tahoma"/>
              </a:rPr>
              <a:t> </a:t>
            </a:r>
            <a:r>
              <a:rPr dirty="0" sz="3400" spc="65">
                <a:latin typeface="Tahoma"/>
                <a:cs typeface="Tahoma"/>
              </a:rPr>
              <a:t>be</a:t>
            </a:r>
            <a:r>
              <a:rPr dirty="0" sz="3400" spc="-135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adopted?</a:t>
            </a:r>
            <a:endParaRPr sz="3400">
              <a:latin typeface="Tahoma"/>
              <a:cs typeface="Tahoma"/>
            </a:endParaRPr>
          </a:p>
          <a:p>
            <a:pPr algn="ctr" marR="37465">
              <a:lnSpc>
                <a:spcPct val="100000"/>
              </a:lnSpc>
              <a:spcBef>
                <a:spcPts val="700"/>
              </a:spcBef>
            </a:pPr>
            <a:r>
              <a:rPr dirty="0" sz="3400">
                <a:latin typeface="Tahoma"/>
                <a:cs typeface="Tahoma"/>
              </a:rPr>
              <a:t>Ans:</a:t>
            </a:r>
            <a:r>
              <a:rPr dirty="0" sz="3400" spc="1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To</a:t>
            </a:r>
            <a:r>
              <a:rPr dirty="0" sz="3400" spc="1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improve</a:t>
            </a:r>
            <a:r>
              <a:rPr dirty="0" sz="3400" spc="2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accident</a:t>
            </a:r>
            <a:r>
              <a:rPr dirty="0" sz="3400" spc="15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prevention.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3400">
              <a:latin typeface="Tahoma"/>
              <a:cs typeface="Tahoma"/>
            </a:endParaRPr>
          </a:p>
          <a:p>
            <a:pPr marL="704215">
              <a:lnSpc>
                <a:spcPct val="100000"/>
              </a:lnSpc>
            </a:pPr>
            <a:r>
              <a:rPr dirty="0" sz="3400" spc="250">
                <a:latin typeface="Tahoma"/>
                <a:cs typeface="Tahoma"/>
              </a:rPr>
              <a:t>Why</a:t>
            </a:r>
            <a:r>
              <a:rPr dirty="0" sz="3400" spc="-10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integrate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 spc="60">
                <a:latin typeface="Tahoma"/>
                <a:cs typeface="Tahoma"/>
              </a:rPr>
              <a:t>sensors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 spc="105">
                <a:latin typeface="Tahoma"/>
                <a:cs typeface="Tahoma"/>
              </a:rPr>
              <a:t>with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 spc="-20">
                <a:latin typeface="Tahoma"/>
                <a:cs typeface="Tahoma"/>
              </a:rPr>
              <a:t>IoT?</a:t>
            </a:r>
            <a:endParaRPr sz="3400">
              <a:latin typeface="Tahoma"/>
              <a:cs typeface="Tahoma"/>
            </a:endParaRPr>
          </a:p>
          <a:p>
            <a:pPr algn="ctr" marR="37465">
              <a:lnSpc>
                <a:spcPct val="100000"/>
              </a:lnSpc>
              <a:spcBef>
                <a:spcPts val="700"/>
              </a:spcBef>
            </a:pPr>
            <a:r>
              <a:rPr dirty="0" sz="3400">
                <a:latin typeface="Tahoma"/>
                <a:cs typeface="Tahoma"/>
              </a:rPr>
              <a:t>Ans:</a:t>
            </a:r>
            <a:r>
              <a:rPr dirty="0" sz="3400" spc="-5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To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 spc="50">
                <a:latin typeface="Tahoma"/>
                <a:cs typeface="Tahoma"/>
              </a:rPr>
              <a:t>provide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 spc="90">
                <a:latin typeface="Tahoma"/>
                <a:cs typeface="Tahoma"/>
              </a:rPr>
              <a:t>real-</a:t>
            </a:r>
            <a:r>
              <a:rPr dirty="0" sz="3400">
                <a:latin typeface="Tahoma"/>
                <a:cs typeface="Tahoma"/>
              </a:rPr>
              <a:t>time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monitoring</a:t>
            </a:r>
            <a:r>
              <a:rPr dirty="0" sz="3400" spc="-55">
                <a:latin typeface="Tahoma"/>
                <a:cs typeface="Tahoma"/>
              </a:rPr>
              <a:t> </a:t>
            </a:r>
            <a:r>
              <a:rPr dirty="0" sz="3400" spc="55">
                <a:latin typeface="Tahoma"/>
                <a:cs typeface="Tahoma"/>
              </a:rPr>
              <a:t>and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alerts.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3400">
              <a:latin typeface="Tahoma"/>
              <a:cs typeface="Tahoma"/>
            </a:endParaRPr>
          </a:p>
          <a:p>
            <a:pPr marL="704215">
              <a:lnSpc>
                <a:spcPct val="100000"/>
              </a:lnSpc>
            </a:pPr>
            <a:r>
              <a:rPr dirty="0" sz="3400" spc="250">
                <a:latin typeface="Tahoma"/>
                <a:cs typeface="Tahoma"/>
              </a:rPr>
              <a:t>Why</a:t>
            </a:r>
            <a:r>
              <a:rPr dirty="0" sz="3400" spc="-70">
                <a:latin typeface="Tahoma"/>
                <a:cs typeface="Tahoma"/>
              </a:rPr>
              <a:t> </a:t>
            </a:r>
            <a:r>
              <a:rPr dirty="0" sz="3400" spc="65">
                <a:latin typeface="Tahoma"/>
                <a:cs typeface="Tahoma"/>
              </a:rPr>
              <a:t>is</a:t>
            </a:r>
            <a:r>
              <a:rPr dirty="0" sz="3400" spc="-7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remote</a:t>
            </a:r>
            <a:r>
              <a:rPr dirty="0" sz="3400" spc="-7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access</a:t>
            </a:r>
            <a:r>
              <a:rPr dirty="0" sz="3400" spc="-70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useful?</a:t>
            </a:r>
            <a:endParaRPr sz="3400">
              <a:latin typeface="Tahoma"/>
              <a:cs typeface="Tahoma"/>
            </a:endParaRPr>
          </a:p>
          <a:p>
            <a:pPr algn="ctr" marR="37465">
              <a:lnSpc>
                <a:spcPct val="100000"/>
              </a:lnSpc>
              <a:spcBef>
                <a:spcPts val="695"/>
              </a:spcBef>
            </a:pPr>
            <a:r>
              <a:rPr dirty="0" sz="3400">
                <a:latin typeface="Tahoma"/>
                <a:cs typeface="Tahoma"/>
              </a:rPr>
              <a:t>Ans:</a:t>
            </a:r>
            <a:r>
              <a:rPr dirty="0" sz="3400" spc="-100">
                <a:latin typeface="Tahoma"/>
                <a:cs typeface="Tahoma"/>
              </a:rPr>
              <a:t> </a:t>
            </a:r>
            <a:r>
              <a:rPr dirty="0" sz="3400" spc="95">
                <a:latin typeface="Tahoma"/>
                <a:cs typeface="Tahoma"/>
              </a:rPr>
              <a:t>Users</a:t>
            </a:r>
            <a:r>
              <a:rPr dirty="0" sz="3400" spc="-10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can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monitor</a:t>
            </a:r>
            <a:r>
              <a:rPr dirty="0" sz="3400" spc="-100">
                <a:latin typeface="Tahoma"/>
                <a:cs typeface="Tahoma"/>
              </a:rPr>
              <a:t> </a:t>
            </a:r>
            <a:r>
              <a:rPr dirty="0" sz="3400" spc="80">
                <a:latin typeface="Tahoma"/>
                <a:cs typeface="Tahoma"/>
              </a:rPr>
              <a:t>gas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 spc="60">
                <a:latin typeface="Tahoma"/>
                <a:cs typeface="Tahoma"/>
              </a:rPr>
              <a:t>status</a:t>
            </a:r>
            <a:r>
              <a:rPr dirty="0" sz="3400" spc="-10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from</a:t>
            </a:r>
            <a:r>
              <a:rPr dirty="0" sz="3400" spc="-95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anywhere.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3400">
              <a:latin typeface="Tahoma"/>
              <a:cs typeface="Tahoma"/>
            </a:endParaRPr>
          </a:p>
          <a:p>
            <a:pPr marL="704215">
              <a:lnSpc>
                <a:spcPct val="100000"/>
              </a:lnSpc>
            </a:pPr>
            <a:r>
              <a:rPr dirty="0" sz="3400" spc="250">
                <a:latin typeface="Tahoma"/>
                <a:cs typeface="Tahoma"/>
              </a:rPr>
              <a:t>Why</a:t>
            </a:r>
            <a:r>
              <a:rPr dirty="0" sz="3400" spc="-90">
                <a:latin typeface="Tahoma"/>
                <a:cs typeface="Tahoma"/>
              </a:rPr>
              <a:t> </a:t>
            </a:r>
            <a:r>
              <a:rPr dirty="0" sz="3400" spc="65">
                <a:latin typeface="Tahoma"/>
                <a:cs typeface="Tahoma"/>
              </a:rPr>
              <a:t>is</a:t>
            </a:r>
            <a:r>
              <a:rPr dirty="0" sz="3400" spc="-85">
                <a:latin typeface="Tahoma"/>
                <a:cs typeface="Tahoma"/>
              </a:rPr>
              <a:t> </a:t>
            </a:r>
            <a:r>
              <a:rPr dirty="0" sz="3400" spc="55">
                <a:latin typeface="Tahoma"/>
                <a:cs typeface="Tahoma"/>
              </a:rPr>
              <a:t>fast</a:t>
            </a:r>
            <a:r>
              <a:rPr dirty="0" sz="3400" spc="-8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notification</a:t>
            </a:r>
            <a:r>
              <a:rPr dirty="0" sz="3400" spc="-90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important?</a:t>
            </a:r>
            <a:endParaRPr sz="3400">
              <a:latin typeface="Tahoma"/>
              <a:cs typeface="Tahoma"/>
            </a:endParaRPr>
          </a:p>
          <a:p>
            <a:pPr algn="ctr" marR="37465">
              <a:lnSpc>
                <a:spcPct val="100000"/>
              </a:lnSpc>
              <a:spcBef>
                <a:spcPts val="695"/>
              </a:spcBef>
            </a:pPr>
            <a:r>
              <a:rPr dirty="0" sz="3400">
                <a:latin typeface="Tahoma"/>
                <a:cs typeface="Tahoma"/>
              </a:rPr>
              <a:t>Ans: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 spc="-175">
                <a:latin typeface="Tahoma"/>
                <a:cs typeface="Tahoma"/>
              </a:rPr>
              <a:t>It</a:t>
            </a:r>
            <a:r>
              <a:rPr dirty="0" sz="3400" spc="-45">
                <a:latin typeface="Tahoma"/>
                <a:cs typeface="Tahoma"/>
              </a:rPr>
              <a:t> </a:t>
            </a:r>
            <a:r>
              <a:rPr dirty="0" sz="3400" spc="75">
                <a:latin typeface="Tahoma"/>
                <a:cs typeface="Tahoma"/>
              </a:rPr>
              <a:t>enables</a:t>
            </a:r>
            <a:r>
              <a:rPr dirty="0" sz="3400" spc="-4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immediate</a:t>
            </a:r>
            <a:r>
              <a:rPr dirty="0" sz="3400" spc="-50">
                <a:latin typeface="Tahoma"/>
                <a:cs typeface="Tahoma"/>
              </a:rPr>
              <a:t> </a:t>
            </a:r>
            <a:r>
              <a:rPr dirty="0" sz="3400" spc="-10">
                <a:latin typeface="Tahoma"/>
                <a:cs typeface="Tahoma"/>
              </a:rPr>
              <a:t>action.</a:t>
            </a:r>
            <a:endParaRPr sz="3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3400">
              <a:latin typeface="Tahoma"/>
              <a:cs typeface="Tahoma"/>
            </a:endParaRPr>
          </a:p>
          <a:p>
            <a:pPr marL="704215">
              <a:lnSpc>
                <a:spcPct val="100000"/>
              </a:lnSpc>
            </a:pPr>
            <a:r>
              <a:rPr dirty="0" sz="3400" spc="250">
                <a:latin typeface="Tahoma"/>
                <a:cs typeface="Tahoma"/>
              </a:rPr>
              <a:t>Why</a:t>
            </a:r>
            <a:r>
              <a:rPr dirty="0" sz="3400" spc="-170">
                <a:latin typeface="Tahoma"/>
                <a:cs typeface="Tahoma"/>
              </a:rPr>
              <a:t> </a:t>
            </a:r>
            <a:r>
              <a:rPr dirty="0" sz="3400" spc="65">
                <a:latin typeface="Tahoma"/>
                <a:cs typeface="Tahoma"/>
              </a:rPr>
              <a:t>is</a:t>
            </a:r>
            <a:r>
              <a:rPr dirty="0" sz="3400" spc="-170">
                <a:latin typeface="Tahoma"/>
                <a:cs typeface="Tahoma"/>
              </a:rPr>
              <a:t> </a:t>
            </a:r>
            <a:r>
              <a:rPr dirty="0" sz="3400" spc="55">
                <a:latin typeface="Tahoma"/>
                <a:cs typeface="Tahoma"/>
              </a:rPr>
              <a:t>this</a:t>
            </a:r>
            <a:r>
              <a:rPr dirty="0" sz="3400" spc="-170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project</a:t>
            </a:r>
            <a:r>
              <a:rPr dirty="0" sz="3400" spc="-170">
                <a:latin typeface="Tahoma"/>
                <a:cs typeface="Tahoma"/>
              </a:rPr>
              <a:t> </a:t>
            </a:r>
            <a:r>
              <a:rPr dirty="0" sz="3400" spc="50">
                <a:latin typeface="Tahoma"/>
                <a:cs typeface="Tahoma"/>
              </a:rPr>
              <a:t>valuable?</a:t>
            </a:r>
            <a:endParaRPr sz="3400">
              <a:latin typeface="Tahoma"/>
              <a:cs typeface="Tahoma"/>
            </a:endParaRPr>
          </a:p>
          <a:p>
            <a:pPr algn="ctr" marR="37465">
              <a:lnSpc>
                <a:spcPct val="100000"/>
              </a:lnSpc>
              <a:spcBef>
                <a:spcPts val="700"/>
              </a:spcBef>
            </a:pPr>
            <a:r>
              <a:rPr dirty="0" sz="3400">
                <a:latin typeface="Tahoma"/>
                <a:cs typeface="Tahoma"/>
              </a:rPr>
              <a:t>Ans:</a:t>
            </a:r>
            <a:r>
              <a:rPr dirty="0" sz="3400" spc="-80">
                <a:latin typeface="Tahoma"/>
                <a:cs typeface="Tahoma"/>
              </a:rPr>
              <a:t> </a:t>
            </a:r>
            <a:r>
              <a:rPr dirty="0" sz="3400" spc="-175">
                <a:latin typeface="Tahoma"/>
                <a:cs typeface="Tahoma"/>
              </a:rPr>
              <a:t>It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enhances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 spc="75">
                <a:latin typeface="Tahoma"/>
                <a:cs typeface="Tahoma"/>
              </a:rPr>
              <a:t>public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 spc="50">
                <a:latin typeface="Tahoma"/>
                <a:cs typeface="Tahoma"/>
              </a:rPr>
              <a:t>safety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 spc="55">
                <a:latin typeface="Tahoma"/>
                <a:cs typeface="Tahoma"/>
              </a:rPr>
              <a:t>and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>
                <a:latin typeface="Tahoma"/>
                <a:cs typeface="Tahoma"/>
              </a:rPr>
              <a:t>reduces</a:t>
            </a:r>
            <a:r>
              <a:rPr dirty="0" sz="3400" spc="-75">
                <a:latin typeface="Tahoma"/>
                <a:cs typeface="Tahoma"/>
              </a:rPr>
              <a:t> </a:t>
            </a:r>
            <a:r>
              <a:rPr dirty="0" sz="3400" spc="45">
                <a:latin typeface="Tahoma"/>
                <a:cs typeface="Tahoma"/>
              </a:rPr>
              <a:t>losses.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1470021"/>
            <a:ext cx="161925" cy="161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2174871"/>
            <a:ext cx="161925" cy="161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2879721"/>
            <a:ext cx="161925" cy="161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3584571"/>
            <a:ext cx="161925" cy="161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4994271"/>
            <a:ext cx="161925" cy="1619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72" y="5699120"/>
            <a:ext cx="161925" cy="161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72" y="6403970"/>
            <a:ext cx="161925" cy="1619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72" y="7108821"/>
            <a:ext cx="161925" cy="1619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872" y="8518521"/>
            <a:ext cx="161925" cy="16192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872" y="9928220"/>
            <a:ext cx="161925" cy="1619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2423" y="1092189"/>
            <a:ext cx="16330930" cy="918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56840">
              <a:lnSpc>
                <a:spcPct val="115599"/>
              </a:lnSpc>
              <a:spcBef>
                <a:spcPts val="100"/>
              </a:spcBef>
            </a:pPr>
            <a:r>
              <a:rPr dirty="0" sz="4000" spc="-340">
                <a:latin typeface="Verdana"/>
                <a:cs typeface="Verdana"/>
              </a:rPr>
              <a:t>What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is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00">
                <a:latin typeface="Verdana"/>
                <a:cs typeface="Verdana"/>
              </a:rPr>
              <a:t>main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55">
                <a:latin typeface="Verdana"/>
                <a:cs typeface="Verdana"/>
              </a:rPr>
              <a:t>objective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35">
                <a:latin typeface="Verdana"/>
                <a:cs typeface="Verdana"/>
              </a:rPr>
              <a:t>of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60">
                <a:latin typeface="Verdana"/>
                <a:cs typeface="Verdana"/>
              </a:rPr>
              <a:t>your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leakage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75">
                <a:latin typeface="Verdana"/>
                <a:cs typeface="Verdana"/>
              </a:rPr>
              <a:t>project? </a:t>
            </a:r>
            <a:r>
              <a:rPr dirty="0" sz="4000" spc="-290">
                <a:latin typeface="Verdana"/>
                <a:cs typeface="Verdana"/>
              </a:rPr>
              <a:t>Which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sensor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30">
                <a:latin typeface="Verdana"/>
                <a:cs typeface="Verdana"/>
              </a:rPr>
              <a:t>did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90">
                <a:latin typeface="Verdana"/>
                <a:cs typeface="Verdana"/>
              </a:rPr>
              <a:t>you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0">
                <a:latin typeface="Verdana"/>
                <a:cs typeface="Verdana"/>
              </a:rPr>
              <a:t>use,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and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35">
                <a:latin typeface="Verdana"/>
                <a:cs typeface="Verdana"/>
              </a:rPr>
              <a:t>why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30">
                <a:latin typeface="Verdana"/>
                <a:cs typeface="Verdana"/>
              </a:rPr>
              <a:t>did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90">
                <a:latin typeface="Verdana"/>
                <a:cs typeface="Verdana"/>
              </a:rPr>
              <a:t>you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choose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5">
                <a:latin typeface="Verdana"/>
                <a:cs typeface="Verdana"/>
              </a:rPr>
              <a:t>it?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4000" spc="-254">
                <a:latin typeface="Verdana"/>
                <a:cs typeface="Verdana"/>
              </a:rPr>
              <a:t>How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70">
                <a:latin typeface="Verdana"/>
                <a:cs typeface="Verdana"/>
              </a:rPr>
              <a:t>does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sensor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370">
                <a:latin typeface="Verdana"/>
                <a:cs typeface="Verdana"/>
              </a:rPr>
              <a:t>detect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30">
                <a:latin typeface="Verdana"/>
                <a:cs typeface="Verdana"/>
              </a:rPr>
              <a:t>leakage?</a:t>
            </a:r>
            <a:endParaRPr sz="4000">
              <a:latin typeface="Verdana"/>
              <a:cs typeface="Verdana"/>
            </a:endParaRPr>
          </a:p>
          <a:p>
            <a:pPr marL="12700" marR="443865">
              <a:lnSpc>
                <a:spcPct val="115599"/>
              </a:lnSpc>
            </a:pPr>
            <a:r>
              <a:rPr dirty="0" sz="4000" spc="-340">
                <a:latin typeface="Verdana"/>
                <a:cs typeface="Verdana"/>
              </a:rPr>
              <a:t>What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05">
                <a:latin typeface="Verdana"/>
                <a:cs typeface="Verdana"/>
              </a:rPr>
              <a:t>is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320">
                <a:latin typeface="Verdana"/>
                <a:cs typeface="Verdana"/>
              </a:rPr>
              <a:t>role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235">
                <a:latin typeface="Verdana"/>
                <a:cs typeface="Verdana"/>
              </a:rPr>
              <a:t>of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310">
                <a:latin typeface="Verdana"/>
                <a:cs typeface="Verdana"/>
              </a:rPr>
              <a:t>microcontroller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310">
                <a:latin typeface="Verdana"/>
                <a:cs typeface="Verdana"/>
              </a:rPr>
              <a:t>(ESP32/Arduino/NodeMCU)</a:t>
            </a:r>
            <a:r>
              <a:rPr dirty="0" sz="4000" spc="-540">
                <a:latin typeface="Verdana"/>
                <a:cs typeface="Verdana"/>
              </a:rPr>
              <a:t> </a:t>
            </a:r>
            <a:r>
              <a:rPr dirty="0" sz="4000" spc="-229">
                <a:latin typeface="Verdana"/>
                <a:cs typeface="Verdana"/>
              </a:rPr>
              <a:t>in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0">
                <a:latin typeface="Verdana"/>
                <a:cs typeface="Verdana"/>
              </a:rPr>
              <a:t>your </a:t>
            </a:r>
            <a:r>
              <a:rPr dirty="0" sz="4000" spc="-375">
                <a:latin typeface="Verdana"/>
                <a:cs typeface="Verdana"/>
              </a:rPr>
              <a:t>project?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4000" spc="-254">
                <a:latin typeface="Verdana"/>
                <a:cs typeface="Verdana"/>
              </a:rPr>
              <a:t>How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70">
                <a:latin typeface="Verdana"/>
                <a:cs typeface="Verdana"/>
              </a:rPr>
              <a:t>does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95">
                <a:latin typeface="Verdana"/>
                <a:cs typeface="Verdana"/>
              </a:rPr>
              <a:t>IoT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improve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leakage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75">
                <a:latin typeface="Verdana"/>
                <a:cs typeface="Verdana"/>
              </a:rPr>
              <a:t>system?</a:t>
            </a:r>
            <a:endParaRPr sz="4000">
              <a:latin typeface="Verdana"/>
              <a:cs typeface="Verdana"/>
            </a:endParaRPr>
          </a:p>
          <a:p>
            <a:pPr marL="12700" marR="1185545">
              <a:lnSpc>
                <a:spcPct val="115599"/>
              </a:lnSpc>
            </a:pPr>
            <a:r>
              <a:rPr dirty="0" sz="4000" spc="-340">
                <a:latin typeface="Verdana"/>
                <a:cs typeface="Verdana"/>
              </a:rPr>
              <a:t>What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45">
                <a:latin typeface="Verdana"/>
                <a:cs typeface="Verdana"/>
              </a:rPr>
              <a:t>happens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75">
                <a:latin typeface="Verdana"/>
                <a:cs typeface="Verdana"/>
              </a:rPr>
              <a:t>when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25">
                <a:latin typeface="Verdana"/>
                <a:cs typeface="Verdana"/>
              </a:rPr>
              <a:t>concentration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70">
                <a:latin typeface="Verdana"/>
                <a:cs typeface="Verdana"/>
              </a:rPr>
              <a:t>exceeds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5">
                <a:latin typeface="Verdana"/>
                <a:cs typeface="Verdana"/>
              </a:rPr>
              <a:t>threshold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90">
                <a:latin typeface="Verdana"/>
                <a:cs typeface="Verdana"/>
              </a:rPr>
              <a:t>value? </a:t>
            </a:r>
            <a:r>
              <a:rPr dirty="0" sz="4000" spc="-254">
                <a:latin typeface="Verdana"/>
                <a:cs typeface="Verdana"/>
              </a:rPr>
              <a:t>How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30">
                <a:latin typeface="Verdana"/>
                <a:cs typeface="Verdana"/>
              </a:rPr>
              <a:t>are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55">
                <a:latin typeface="Verdana"/>
                <a:cs typeface="Verdana"/>
              </a:rPr>
              <a:t>alerts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09">
                <a:latin typeface="Verdana"/>
                <a:cs typeface="Verdana"/>
              </a:rPr>
              <a:t>sent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85">
                <a:latin typeface="Verdana"/>
                <a:cs typeface="Verdana"/>
              </a:rPr>
              <a:t>to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40">
                <a:latin typeface="Verdana"/>
                <a:cs typeface="Verdana"/>
              </a:rPr>
              <a:t>user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45">
                <a:latin typeface="Verdana"/>
                <a:cs typeface="Verdana"/>
              </a:rPr>
              <a:t>during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a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5">
                <a:latin typeface="Verdana"/>
                <a:cs typeface="Verdana"/>
              </a:rPr>
              <a:t> </a:t>
            </a:r>
            <a:r>
              <a:rPr dirty="0" sz="4000" spc="-390">
                <a:latin typeface="Verdana"/>
                <a:cs typeface="Verdana"/>
              </a:rPr>
              <a:t>leak?</a:t>
            </a:r>
            <a:endParaRPr sz="4000">
              <a:latin typeface="Verdana"/>
              <a:cs typeface="Verdana"/>
            </a:endParaRPr>
          </a:p>
          <a:p>
            <a:pPr marL="12700" marR="642620">
              <a:lnSpc>
                <a:spcPct val="115599"/>
              </a:lnSpc>
              <a:spcBef>
                <a:spcPts val="5"/>
              </a:spcBef>
            </a:pPr>
            <a:r>
              <a:rPr dirty="0" sz="4000" spc="-340">
                <a:latin typeface="Verdana"/>
                <a:cs typeface="Verdana"/>
              </a:rPr>
              <a:t>What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0">
                <a:latin typeface="Verdana"/>
                <a:cs typeface="Verdana"/>
              </a:rPr>
              <a:t>are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advantages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35">
                <a:latin typeface="Verdana"/>
                <a:cs typeface="Verdana"/>
              </a:rPr>
              <a:t>of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60">
                <a:latin typeface="Verdana"/>
                <a:cs typeface="Verdana"/>
              </a:rPr>
              <a:t>your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proposed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75">
                <a:latin typeface="Verdana"/>
                <a:cs typeface="Verdana"/>
              </a:rPr>
              <a:t>system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0">
                <a:latin typeface="Verdana"/>
                <a:cs typeface="Verdana"/>
              </a:rPr>
              <a:t>over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285">
                <a:latin typeface="Verdana"/>
                <a:cs typeface="Verdana"/>
              </a:rPr>
              <a:t>traditional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80">
                <a:latin typeface="Verdana"/>
                <a:cs typeface="Verdana"/>
              </a:rPr>
              <a:t>leak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59">
                <a:latin typeface="Verdana"/>
                <a:cs typeface="Verdana"/>
              </a:rPr>
              <a:t>methods?</a:t>
            </a:r>
            <a:endParaRPr sz="4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</a:pPr>
            <a:r>
              <a:rPr dirty="0" sz="4000" spc="-340">
                <a:latin typeface="Verdana"/>
                <a:cs typeface="Verdana"/>
              </a:rPr>
              <a:t>What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0">
                <a:latin typeface="Verdana"/>
                <a:cs typeface="Verdana"/>
              </a:rPr>
              <a:t>are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90">
                <a:latin typeface="Verdana"/>
                <a:cs typeface="Verdana"/>
              </a:rPr>
              <a:t>limitations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235">
                <a:latin typeface="Verdana"/>
                <a:cs typeface="Verdana"/>
              </a:rPr>
              <a:t>of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60">
                <a:latin typeface="Verdana"/>
                <a:cs typeface="Verdana"/>
              </a:rPr>
              <a:t>your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70">
                <a:latin typeface="Verdana"/>
                <a:cs typeface="Verdana"/>
              </a:rPr>
              <a:t>project,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34">
                <a:latin typeface="Verdana"/>
                <a:cs typeface="Verdana"/>
              </a:rPr>
              <a:t>and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30">
                <a:latin typeface="Verdana"/>
                <a:cs typeface="Verdana"/>
              </a:rPr>
              <a:t>how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0">
                <a:latin typeface="Verdana"/>
                <a:cs typeface="Verdana"/>
              </a:rPr>
              <a:t>can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5">
                <a:latin typeface="Verdana"/>
                <a:cs typeface="Verdana"/>
              </a:rPr>
              <a:t>they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be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90">
                <a:latin typeface="Verdana"/>
                <a:cs typeface="Verdana"/>
              </a:rPr>
              <a:t>improved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229">
                <a:latin typeface="Verdana"/>
                <a:cs typeface="Verdana"/>
              </a:rPr>
              <a:t>in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09">
                <a:latin typeface="Verdana"/>
                <a:cs typeface="Verdana"/>
              </a:rPr>
              <a:t>the </a:t>
            </a:r>
            <a:r>
              <a:rPr dirty="0" sz="4000" spc="-345">
                <a:latin typeface="Verdana"/>
                <a:cs typeface="Verdana"/>
              </a:rPr>
              <a:t>future?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4000" spc="-400">
                <a:latin typeface="Verdana"/>
                <a:cs typeface="Verdana"/>
              </a:rPr>
              <a:t>Where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80">
                <a:latin typeface="Verdana"/>
                <a:cs typeface="Verdana"/>
              </a:rPr>
              <a:t>can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10">
                <a:latin typeface="Verdana"/>
                <a:cs typeface="Verdana"/>
              </a:rPr>
              <a:t>this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95">
                <a:latin typeface="Verdana"/>
                <a:cs typeface="Verdana"/>
              </a:rPr>
              <a:t>gas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20">
                <a:latin typeface="Verdana"/>
                <a:cs typeface="Verdana"/>
              </a:rPr>
              <a:t>leakage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340">
                <a:latin typeface="Verdana"/>
                <a:cs typeface="Verdana"/>
              </a:rPr>
              <a:t>detection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75">
                <a:latin typeface="Verdana"/>
                <a:cs typeface="Verdana"/>
              </a:rPr>
              <a:t>system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be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480">
                <a:latin typeface="Verdana"/>
                <a:cs typeface="Verdana"/>
              </a:rPr>
              <a:t>used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229">
                <a:latin typeface="Verdana"/>
                <a:cs typeface="Verdana"/>
              </a:rPr>
              <a:t>in</a:t>
            </a:r>
            <a:r>
              <a:rPr dirty="0" sz="4000" spc="-550">
                <a:latin typeface="Verdana"/>
                <a:cs typeface="Verdana"/>
              </a:rPr>
              <a:t> </a:t>
            </a:r>
            <a:r>
              <a:rPr dirty="0" sz="4000" spc="-350">
                <a:latin typeface="Verdana"/>
                <a:cs typeface="Verdana"/>
              </a:rPr>
              <a:t>real</a:t>
            </a:r>
            <a:r>
              <a:rPr dirty="0" sz="4000" spc="-545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life?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-12700" y="14722"/>
            <a:ext cx="8651240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25" b="0">
                <a:latin typeface="Verdana"/>
                <a:cs typeface="Verdana"/>
              </a:rPr>
              <a:t>INTERVIEW</a:t>
            </a:r>
            <a:r>
              <a:rPr dirty="0" sz="6400" spc="-1045" b="0">
                <a:latin typeface="Verdana"/>
                <a:cs typeface="Verdana"/>
              </a:rPr>
              <a:t> </a:t>
            </a:r>
            <a:r>
              <a:rPr dirty="0" sz="6400" spc="-605" b="0">
                <a:latin typeface="Verdana"/>
                <a:cs typeface="Verdana"/>
              </a:rPr>
              <a:t>QUESTIONS</a:t>
            </a:r>
            <a:endParaRPr sz="6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0967" y="527846"/>
            <a:ext cx="2869295" cy="57601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480" b="0">
                <a:latin typeface="Verdana"/>
                <a:cs typeface="Verdana"/>
              </a:rPr>
              <a:t>PERSON</a:t>
            </a:r>
            <a:r>
              <a:rPr dirty="0" sz="6400" spc="-875" b="0">
                <a:latin typeface="Verdana"/>
                <a:cs typeface="Verdana"/>
              </a:rPr>
              <a:t> </a:t>
            </a:r>
            <a:r>
              <a:rPr dirty="0" sz="6400" spc="-160" b="0">
                <a:latin typeface="Verdana"/>
                <a:cs typeface="Verdana"/>
              </a:rPr>
              <a:t>-</a:t>
            </a:r>
            <a:r>
              <a:rPr dirty="0" sz="6400" spc="-2130" b="0">
                <a:latin typeface="Verdana"/>
                <a:cs typeface="Verdana"/>
              </a:rPr>
              <a:t>1</a:t>
            </a:r>
            <a:endParaRPr sz="6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7443" y="2125684"/>
            <a:ext cx="5086350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49275" marR="541655">
              <a:lnSpc>
                <a:spcPct val="116700"/>
              </a:lnSpc>
              <a:spcBef>
                <a:spcPts val="95"/>
              </a:spcBef>
            </a:pPr>
            <a:r>
              <a:rPr dirty="0" sz="3000" spc="-20">
                <a:latin typeface="Tahoma"/>
                <a:cs typeface="Tahoma"/>
              </a:rPr>
              <a:t>Name: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45">
                <a:latin typeface="Tahoma"/>
                <a:cs typeface="Tahoma"/>
              </a:rPr>
              <a:t>R.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Sandhya</a:t>
            </a:r>
            <a:r>
              <a:rPr dirty="0" sz="3000" spc="-70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Rani </a:t>
            </a:r>
            <a:r>
              <a:rPr dirty="0" sz="3000" spc="-145">
                <a:latin typeface="Tahoma"/>
                <a:cs typeface="Tahoma"/>
              </a:rPr>
              <a:t>Job: </a:t>
            </a:r>
            <a:r>
              <a:rPr dirty="0" sz="3000" spc="75">
                <a:latin typeface="Tahoma"/>
                <a:cs typeface="Tahoma"/>
              </a:rPr>
              <a:t>Home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Maker</a:t>
            </a:r>
            <a:endParaRPr sz="3000">
              <a:latin typeface="Tahoma"/>
              <a:cs typeface="Tahoma"/>
            </a:endParaRPr>
          </a:p>
          <a:p>
            <a:pPr algn="ctr" marL="12065" marR="5080">
              <a:lnSpc>
                <a:spcPts val="4200"/>
              </a:lnSpc>
              <a:spcBef>
                <a:spcPts val="100"/>
              </a:spcBef>
            </a:pPr>
            <a:r>
              <a:rPr dirty="0" sz="3000">
                <a:latin typeface="Tahoma"/>
                <a:cs typeface="Tahoma"/>
              </a:rPr>
              <a:t>Hobbies:</a:t>
            </a:r>
            <a:r>
              <a:rPr dirty="0" sz="3000" spc="-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Cooking, </a:t>
            </a:r>
            <a:r>
              <a:rPr dirty="0" sz="3000" spc="-10">
                <a:latin typeface="Tahoma"/>
                <a:cs typeface="Tahoma"/>
              </a:rPr>
              <a:t>Gardening, </a:t>
            </a:r>
            <a:r>
              <a:rPr dirty="0" sz="3000" spc="45">
                <a:latin typeface="Tahoma"/>
                <a:cs typeface="Tahoma"/>
              </a:rPr>
              <a:t>Reading</a:t>
            </a:r>
            <a:r>
              <a:rPr dirty="0" sz="3000" spc="-145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books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8330" y="1592284"/>
            <a:ext cx="6117590" cy="3225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 marR="1958339">
              <a:lnSpc>
                <a:spcPct val="100000"/>
              </a:lnSpc>
              <a:spcBef>
                <a:spcPts val="700"/>
              </a:spcBef>
            </a:pPr>
            <a:r>
              <a:rPr dirty="0" sz="3000" spc="65">
                <a:latin typeface="Tahoma"/>
                <a:cs typeface="Tahoma"/>
              </a:rPr>
              <a:t>Pain</a:t>
            </a:r>
            <a:r>
              <a:rPr dirty="0" sz="3000" spc="-15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Point:-</a:t>
            </a:r>
            <a:endParaRPr sz="3000">
              <a:latin typeface="Tahoma"/>
              <a:cs typeface="Tahoma"/>
            </a:endParaRPr>
          </a:p>
          <a:p>
            <a:pPr algn="ctr" marL="12700" marR="5080" indent="-635">
              <a:lnSpc>
                <a:spcPts val="4200"/>
              </a:lnSpc>
              <a:spcBef>
                <a:spcPts val="100"/>
              </a:spcBef>
            </a:pPr>
            <a:r>
              <a:rPr dirty="0" sz="3000" spc="80">
                <a:latin typeface="Tahoma"/>
                <a:cs typeface="Tahoma"/>
              </a:rPr>
              <a:t>Gas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leaks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are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 spc="45">
                <a:latin typeface="Tahoma"/>
                <a:cs typeface="Tahoma"/>
              </a:rPr>
              <a:t>difficult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detect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 spc="-25">
                <a:latin typeface="Tahoma"/>
                <a:cs typeface="Tahoma"/>
              </a:rPr>
              <a:t>in </a:t>
            </a:r>
            <a:r>
              <a:rPr dirty="0" sz="3000">
                <a:latin typeface="Tahoma"/>
                <a:cs typeface="Tahoma"/>
              </a:rPr>
              <a:t>the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early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stage.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Depending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 spc="65">
                <a:latin typeface="Tahoma"/>
                <a:cs typeface="Tahoma"/>
              </a:rPr>
              <a:t>only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 spc="-25">
                <a:latin typeface="Tahoma"/>
                <a:cs typeface="Tahoma"/>
              </a:rPr>
              <a:t>on </a:t>
            </a:r>
            <a:r>
              <a:rPr dirty="0" sz="3000">
                <a:latin typeface="Tahoma"/>
                <a:cs typeface="Tahoma"/>
              </a:rPr>
              <a:t>the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smell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of</a:t>
            </a:r>
            <a:r>
              <a:rPr dirty="0" sz="3000" spc="-130">
                <a:latin typeface="Tahoma"/>
                <a:cs typeface="Tahoma"/>
              </a:rPr>
              <a:t> </a:t>
            </a:r>
            <a:r>
              <a:rPr dirty="0" sz="3000" spc="180">
                <a:latin typeface="Tahoma"/>
                <a:cs typeface="Tahoma"/>
              </a:rPr>
              <a:t>LPG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130">
                <a:latin typeface="Tahoma"/>
                <a:cs typeface="Tahoma"/>
              </a:rPr>
              <a:t> </a:t>
            </a:r>
            <a:r>
              <a:rPr dirty="0" sz="3000" spc="65">
                <a:latin typeface="Tahoma"/>
                <a:cs typeface="Tahoma"/>
              </a:rPr>
              <a:t>delay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action, </a:t>
            </a:r>
            <a:r>
              <a:rPr dirty="0" sz="3000">
                <a:latin typeface="Tahoma"/>
                <a:cs typeface="Tahoma"/>
              </a:rPr>
              <a:t>increasing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the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risk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of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30">
                <a:latin typeface="Tahoma"/>
                <a:cs typeface="Tahoma"/>
              </a:rPr>
              <a:t>fire,</a:t>
            </a:r>
            <a:r>
              <a:rPr dirty="0" sz="3000" spc="-7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explosion,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harm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9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people.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40" y="6441078"/>
            <a:ext cx="126283" cy="1262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340" y="8497699"/>
            <a:ext cx="126283" cy="1262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334" y="6178209"/>
            <a:ext cx="14690725" cy="3624579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12775">
              <a:lnSpc>
                <a:spcPct val="100000"/>
              </a:lnSpc>
              <a:spcBef>
                <a:spcPts val="660"/>
              </a:spcBef>
            </a:pPr>
            <a:r>
              <a:rPr dirty="0" sz="2900">
                <a:latin typeface="Tahoma"/>
                <a:cs typeface="Tahoma"/>
              </a:rPr>
              <a:t>Ǫ1.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195">
                <a:latin typeface="Tahoma"/>
                <a:cs typeface="Tahoma"/>
              </a:rPr>
              <a:t>How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65">
                <a:latin typeface="Tahoma"/>
                <a:cs typeface="Tahoma"/>
              </a:rPr>
              <a:t>do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you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45">
                <a:latin typeface="Tahoma"/>
                <a:cs typeface="Tahoma"/>
              </a:rPr>
              <a:t>currently</a:t>
            </a:r>
            <a:r>
              <a:rPr dirty="0" sz="2900" spc="-7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detect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a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gas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leakage?</a:t>
            </a:r>
            <a:endParaRPr sz="2900">
              <a:latin typeface="Tahoma"/>
              <a:cs typeface="Tahoma"/>
            </a:endParaRPr>
          </a:p>
          <a:p>
            <a:pPr algn="ctr" marL="12065" marR="5080">
              <a:lnSpc>
                <a:spcPct val="116300"/>
              </a:lnSpc>
            </a:pPr>
            <a:r>
              <a:rPr dirty="0" sz="2900">
                <a:latin typeface="Tahoma"/>
                <a:cs typeface="Tahoma"/>
              </a:rPr>
              <a:t>Ans: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-340">
                <a:latin typeface="Tahoma"/>
                <a:cs typeface="Tahoma"/>
              </a:rPr>
              <a:t>I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usually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identify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a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gas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65">
                <a:latin typeface="Tahoma"/>
                <a:cs typeface="Tahoma"/>
              </a:rPr>
              <a:t>leak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70">
                <a:latin typeface="Tahoma"/>
                <a:cs typeface="Tahoma"/>
              </a:rPr>
              <a:t>by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95">
                <a:latin typeface="Tahoma"/>
                <a:cs typeface="Tahoma"/>
              </a:rPr>
              <a:t>smelling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185">
                <a:latin typeface="Tahoma"/>
                <a:cs typeface="Tahoma"/>
              </a:rPr>
              <a:t>LPG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or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checking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the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gas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50">
                <a:latin typeface="Tahoma"/>
                <a:cs typeface="Tahoma"/>
              </a:rPr>
              <a:t>stove</a:t>
            </a:r>
            <a:r>
              <a:rPr dirty="0" sz="2900" spc="-80">
                <a:latin typeface="Tahoma"/>
                <a:cs typeface="Tahoma"/>
              </a:rPr>
              <a:t> </a:t>
            </a:r>
            <a:r>
              <a:rPr dirty="0" sz="2900" spc="55">
                <a:latin typeface="Tahoma"/>
                <a:cs typeface="Tahoma"/>
              </a:rPr>
              <a:t>and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45">
                <a:latin typeface="Tahoma"/>
                <a:cs typeface="Tahoma"/>
              </a:rPr>
              <a:t>cylinder </a:t>
            </a:r>
            <a:r>
              <a:rPr dirty="0" sz="2900" spc="-10">
                <a:latin typeface="Tahoma"/>
                <a:cs typeface="Tahoma"/>
              </a:rPr>
              <a:t>connections.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900">
              <a:latin typeface="Tahoma"/>
              <a:cs typeface="Tahoma"/>
            </a:endParaRPr>
          </a:p>
          <a:p>
            <a:pPr marL="612775">
              <a:lnSpc>
                <a:spcPct val="100000"/>
              </a:lnSpc>
              <a:spcBef>
                <a:spcPts val="5"/>
              </a:spcBef>
            </a:pPr>
            <a:r>
              <a:rPr dirty="0" sz="2900">
                <a:latin typeface="Tahoma"/>
                <a:cs typeface="Tahoma"/>
              </a:rPr>
              <a:t>Ǫ2.</a:t>
            </a:r>
            <a:r>
              <a:rPr dirty="0" sz="2900" spc="-60">
                <a:latin typeface="Tahoma"/>
                <a:cs typeface="Tahoma"/>
              </a:rPr>
              <a:t> </a:t>
            </a:r>
            <a:r>
              <a:rPr dirty="0" sz="2900" spc="85">
                <a:latin typeface="Tahoma"/>
                <a:cs typeface="Tahoma"/>
              </a:rPr>
              <a:t>Have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you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ever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experienced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or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 spc="80">
                <a:latin typeface="Tahoma"/>
                <a:cs typeface="Tahoma"/>
              </a:rPr>
              <a:t>witnessed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a</a:t>
            </a:r>
            <a:r>
              <a:rPr dirty="0" sz="2900" spc="-60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gas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 spc="60">
                <a:latin typeface="Tahoma"/>
                <a:cs typeface="Tahoma"/>
              </a:rPr>
              <a:t>leakage</a:t>
            </a:r>
            <a:r>
              <a:rPr dirty="0" sz="2900" spc="-55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incident?</a:t>
            </a:r>
            <a:endParaRPr sz="2900">
              <a:latin typeface="Tahoma"/>
              <a:cs typeface="Tahoma"/>
            </a:endParaRPr>
          </a:p>
          <a:p>
            <a:pPr algn="ctr" marL="66040" marR="58419">
              <a:lnSpc>
                <a:spcPct val="116300"/>
              </a:lnSpc>
            </a:pPr>
            <a:r>
              <a:rPr dirty="0" sz="2900">
                <a:latin typeface="Tahoma"/>
                <a:cs typeface="Tahoma"/>
              </a:rPr>
              <a:t>Ans: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Yes.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65">
                <a:latin typeface="Tahoma"/>
                <a:cs typeface="Tahoma"/>
              </a:rPr>
              <a:t>Once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 spc="-340">
                <a:latin typeface="Tahoma"/>
                <a:cs typeface="Tahoma"/>
              </a:rPr>
              <a:t>I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noticed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the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smell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of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gas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in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60">
                <a:latin typeface="Tahoma"/>
                <a:cs typeface="Tahoma"/>
              </a:rPr>
              <a:t>my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kitchen,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55">
                <a:latin typeface="Tahoma"/>
                <a:cs typeface="Tahoma"/>
              </a:rPr>
              <a:t>and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it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50">
                <a:latin typeface="Tahoma"/>
                <a:cs typeface="Tahoma"/>
              </a:rPr>
              <a:t>made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everyone</a:t>
            </a:r>
            <a:r>
              <a:rPr dirty="0" sz="2900" spc="-85">
                <a:latin typeface="Tahoma"/>
                <a:cs typeface="Tahoma"/>
              </a:rPr>
              <a:t> </a:t>
            </a:r>
            <a:r>
              <a:rPr dirty="0" sz="2900" spc="60">
                <a:latin typeface="Tahoma"/>
                <a:cs typeface="Tahoma"/>
              </a:rPr>
              <a:t>alert</a:t>
            </a:r>
            <a:r>
              <a:rPr dirty="0" sz="2900" spc="-90">
                <a:latin typeface="Tahoma"/>
                <a:cs typeface="Tahoma"/>
              </a:rPr>
              <a:t> </a:t>
            </a:r>
            <a:r>
              <a:rPr dirty="0" sz="2900" spc="55">
                <a:latin typeface="Tahoma"/>
                <a:cs typeface="Tahoma"/>
              </a:rPr>
              <a:t>until </a:t>
            </a:r>
            <a:r>
              <a:rPr dirty="0" sz="2900">
                <a:latin typeface="Tahoma"/>
                <a:cs typeface="Tahoma"/>
              </a:rPr>
              <a:t>the</a:t>
            </a:r>
            <a:r>
              <a:rPr dirty="0" sz="2900" spc="-105">
                <a:latin typeface="Tahoma"/>
                <a:cs typeface="Tahoma"/>
              </a:rPr>
              <a:t> </a:t>
            </a:r>
            <a:r>
              <a:rPr dirty="0" sz="2900" spc="65">
                <a:latin typeface="Tahoma"/>
                <a:cs typeface="Tahoma"/>
              </a:rPr>
              <a:t>leak</a:t>
            </a:r>
            <a:r>
              <a:rPr dirty="0" sz="2900" spc="-105">
                <a:latin typeface="Tahoma"/>
                <a:cs typeface="Tahoma"/>
              </a:rPr>
              <a:t> </a:t>
            </a:r>
            <a:r>
              <a:rPr dirty="0" sz="2900" spc="140">
                <a:latin typeface="Tahoma"/>
                <a:cs typeface="Tahoma"/>
              </a:rPr>
              <a:t>was</a:t>
            </a:r>
            <a:r>
              <a:rPr dirty="0" sz="2900" spc="-105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fixed.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2939704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4" y="4539904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4" y="6140104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4999" y="2660304"/>
            <a:ext cx="16742410" cy="48260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>
                <a:latin typeface="Tahoma"/>
                <a:cs typeface="Tahoma"/>
              </a:rPr>
              <a:t>Ǫ3.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Do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you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think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it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is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45">
                <a:latin typeface="Tahoma"/>
                <a:cs typeface="Tahoma"/>
              </a:rPr>
              <a:t>difficult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identify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leak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before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it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becomes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dangerous?</a:t>
            </a:r>
            <a:endParaRPr sz="3000">
              <a:latin typeface="Tahoma"/>
              <a:cs typeface="Tahoma"/>
            </a:endParaRPr>
          </a:p>
          <a:p>
            <a:pPr algn="ctr" marR="433832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Yes.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Small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leaks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are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not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always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easy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notice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immediately.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3000">
              <a:latin typeface="Tahoma"/>
              <a:cs typeface="Tahoma"/>
            </a:endParaRPr>
          </a:p>
          <a:p>
            <a:pPr algn="ctr" marR="4279900">
              <a:lnSpc>
                <a:spcPct val="100000"/>
              </a:lnSpc>
            </a:pPr>
            <a:r>
              <a:rPr dirty="0" sz="3000">
                <a:latin typeface="Tahoma"/>
                <a:cs typeface="Tahoma"/>
              </a:rPr>
              <a:t>Ǫ4.</a:t>
            </a:r>
            <a:r>
              <a:rPr dirty="0" sz="3000" spc="-50">
                <a:latin typeface="Tahoma"/>
                <a:cs typeface="Tahoma"/>
              </a:rPr>
              <a:t> </a:t>
            </a:r>
            <a:r>
              <a:rPr dirty="0" sz="3000" spc="180">
                <a:latin typeface="Tahoma"/>
                <a:cs typeface="Tahoma"/>
              </a:rPr>
              <a:t>Would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automatic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leakage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alert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system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improve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safety?</a:t>
            </a:r>
            <a:r>
              <a:rPr dirty="0" sz="3000" spc="-45">
                <a:latin typeface="Tahoma"/>
                <a:cs typeface="Tahoma"/>
              </a:rPr>
              <a:t> </a:t>
            </a:r>
            <a:r>
              <a:rPr dirty="0" sz="3000" spc="114">
                <a:latin typeface="Tahoma"/>
                <a:cs typeface="Tahoma"/>
              </a:rPr>
              <a:t>Why?</a:t>
            </a:r>
            <a:endParaRPr sz="300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Yes.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-155">
                <a:latin typeface="Tahoma"/>
                <a:cs typeface="Tahoma"/>
              </a:rPr>
              <a:t>It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provide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instant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alert,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helping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us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take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quick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action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</a:t>
            </a:r>
            <a:r>
              <a:rPr dirty="0" sz="3000" spc="-8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accidents.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3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000">
                <a:latin typeface="Tahoma"/>
                <a:cs typeface="Tahoma"/>
              </a:rPr>
              <a:t>Ǫ5.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 spc="105">
                <a:latin typeface="Tahoma"/>
                <a:cs typeface="Tahoma"/>
              </a:rPr>
              <a:t>Do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you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think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smart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leakage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detection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system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 spc="75">
                <a:latin typeface="Tahoma"/>
                <a:cs typeface="Tahoma"/>
              </a:rPr>
              <a:t>help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accidents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save</a:t>
            </a:r>
            <a:r>
              <a:rPr dirty="0" sz="3000" spc="-3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lives?</a:t>
            </a:r>
            <a:endParaRPr sz="3000">
              <a:latin typeface="Tahoma"/>
              <a:cs typeface="Tahoma"/>
            </a:endParaRPr>
          </a:p>
          <a:p>
            <a:pPr marL="7291705" marR="720725" indent="-7174230">
              <a:lnSpc>
                <a:spcPts val="4200"/>
              </a:lnSpc>
              <a:spcBef>
                <a:spcPts val="100"/>
              </a:spcBef>
            </a:pPr>
            <a:r>
              <a:rPr dirty="0" sz="3000">
                <a:latin typeface="Tahoma"/>
                <a:cs typeface="Tahoma"/>
              </a:rPr>
              <a:t>Ans: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Yes.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Early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detection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timely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alerts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prevent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fires,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explosions,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protect</a:t>
            </a:r>
            <a:r>
              <a:rPr dirty="0" sz="3000" spc="-60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lives</a:t>
            </a:r>
            <a:r>
              <a:rPr dirty="0" sz="3000" spc="-65">
                <a:latin typeface="Tahoma"/>
                <a:cs typeface="Tahoma"/>
              </a:rPr>
              <a:t> </a:t>
            </a:r>
            <a:r>
              <a:rPr dirty="0" sz="3000" spc="-25">
                <a:latin typeface="Tahoma"/>
                <a:cs typeface="Tahoma"/>
              </a:rPr>
              <a:t>and </a:t>
            </a:r>
            <a:r>
              <a:rPr dirty="0" sz="3000" spc="-10">
                <a:latin typeface="Tahoma"/>
                <a:cs typeface="Tahoma"/>
              </a:rPr>
              <a:t>property.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2638" y="1452880"/>
            <a:ext cx="3876674" cy="7048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608" y="432466"/>
            <a:ext cx="3938904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505" b="0">
                <a:latin typeface="Verdana"/>
                <a:cs typeface="Verdana"/>
              </a:rPr>
              <a:t>PERSON</a:t>
            </a:r>
            <a:r>
              <a:rPr dirty="0" sz="6400" spc="-860" b="0">
                <a:latin typeface="Verdana"/>
                <a:cs typeface="Verdana"/>
              </a:rPr>
              <a:t> </a:t>
            </a:r>
            <a:r>
              <a:rPr dirty="0" sz="6400" spc="-240" b="0">
                <a:latin typeface="Verdana"/>
                <a:cs typeface="Verdana"/>
              </a:rPr>
              <a:t>-</a:t>
            </a:r>
            <a:r>
              <a:rPr dirty="0" sz="6400" spc="-1070" b="0">
                <a:latin typeface="Verdana"/>
                <a:cs typeface="Verdana"/>
              </a:rPr>
              <a:t>2</a:t>
            </a:r>
            <a:endParaRPr sz="6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797" y="1880857"/>
            <a:ext cx="3322320" cy="2273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3845" marR="275590" indent="-635">
              <a:lnSpc>
                <a:spcPct val="115199"/>
              </a:lnSpc>
              <a:spcBef>
                <a:spcPts val="100"/>
              </a:spcBef>
            </a:pPr>
            <a:r>
              <a:rPr dirty="0" sz="3200" spc="-25">
                <a:latin typeface="Tahoma"/>
                <a:cs typeface="Tahoma"/>
              </a:rPr>
              <a:t>Name:</a:t>
            </a:r>
            <a:r>
              <a:rPr dirty="0" sz="3200" spc="-225">
                <a:latin typeface="Tahoma"/>
                <a:cs typeface="Tahoma"/>
              </a:rPr>
              <a:t> </a:t>
            </a:r>
            <a:r>
              <a:rPr dirty="0" sz="3200" spc="50">
                <a:latin typeface="Tahoma"/>
                <a:cs typeface="Tahoma"/>
              </a:rPr>
              <a:t>Veni </a:t>
            </a:r>
            <a:r>
              <a:rPr dirty="0" sz="3200" spc="-160">
                <a:latin typeface="Tahoma"/>
                <a:cs typeface="Tahoma"/>
              </a:rPr>
              <a:t>Job:</a:t>
            </a:r>
            <a:r>
              <a:rPr dirty="0" sz="3200" spc="-145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Housewife</a:t>
            </a:r>
            <a:endParaRPr sz="3200">
              <a:latin typeface="Tahoma"/>
              <a:cs typeface="Tahoma"/>
            </a:endParaRPr>
          </a:p>
          <a:p>
            <a:pPr algn="ctr" marL="12700" marR="5080">
              <a:lnSpc>
                <a:spcPct val="115199"/>
              </a:lnSpc>
            </a:pPr>
            <a:r>
              <a:rPr dirty="0" sz="3200">
                <a:latin typeface="Tahoma"/>
                <a:cs typeface="Tahoma"/>
              </a:rPr>
              <a:t>Hobbies: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Cooking, Gardening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9509" y="1463675"/>
            <a:ext cx="6529705" cy="2692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65">
                <a:latin typeface="Tahoma"/>
                <a:cs typeface="Tahoma"/>
              </a:rPr>
              <a:t>Pain</a:t>
            </a:r>
            <a:r>
              <a:rPr dirty="0" sz="3000" spc="-155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Point</a:t>
            </a:r>
            <a:endParaRPr sz="3000">
              <a:latin typeface="Tahoma"/>
              <a:cs typeface="Tahoma"/>
            </a:endParaRPr>
          </a:p>
          <a:p>
            <a:pPr algn="ctr" marL="12065" marR="5080" indent="-635">
              <a:lnSpc>
                <a:spcPts val="4200"/>
              </a:lnSpc>
              <a:spcBef>
                <a:spcPts val="100"/>
              </a:spcBef>
            </a:pPr>
            <a:r>
              <a:rPr dirty="0" sz="3000" spc="80">
                <a:latin typeface="Tahoma"/>
                <a:cs typeface="Tahoma"/>
              </a:rPr>
              <a:t>Gas</a:t>
            </a:r>
            <a:r>
              <a:rPr dirty="0" sz="3000" spc="-114">
                <a:latin typeface="Tahoma"/>
                <a:cs typeface="Tahoma"/>
              </a:rPr>
              <a:t> </a:t>
            </a:r>
            <a:r>
              <a:rPr dirty="0" sz="3000" spc="45">
                <a:latin typeface="Tahoma"/>
                <a:cs typeface="Tahoma"/>
              </a:rPr>
              <a:t>cylinders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are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used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daily,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so</a:t>
            </a:r>
            <a:r>
              <a:rPr dirty="0" sz="3000" spc="-110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even</a:t>
            </a:r>
            <a:r>
              <a:rPr dirty="0" sz="3000">
                <a:latin typeface="Tahoma"/>
                <a:cs typeface="Tahoma"/>
              </a:rPr>
              <a:t> a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small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unnoticed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 spc="50">
                <a:latin typeface="Tahoma"/>
                <a:cs typeface="Tahoma"/>
              </a:rPr>
              <a:t>leak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120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lead</a:t>
            </a:r>
            <a:r>
              <a:rPr dirty="0" sz="3000" spc="-125">
                <a:latin typeface="Tahoma"/>
                <a:cs typeface="Tahoma"/>
              </a:rPr>
              <a:t> </a:t>
            </a:r>
            <a:r>
              <a:rPr dirty="0" sz="3000" spc="-35">
                <a:latin typeface="Tahoma"/>
                <a:cs typeface="Tahoma"/>
              </a:rPr>
              <a:t>to </a:t>
            </a:r>
            <a:r>
              <a:rPr dirty="0" sz="3000">
                <a:latin typeface="Tahoma"/>
                <a:cs typeface="Tahoma"/>
              </a:rPr>
              <a:t>serious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accidents,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fire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hazards,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 spc="-25">
                <a:latin typeface="Tahoma"/>
                <a:cs typeface="Tahoma"/>
              </a:rPr>
              <a:t>and </a:t>
            </a:r>
            <a:r>
              <a:rPr dirty="0" sz="3000">
                <a:latin typeface="Tahoma"/>
                <a:cs typeface="Tahoma"/>
              </a:rPr>
              <a:t>financial</a:t>
            </a:r>
            <a:r>
              <a:rPr dirty="0" sz="3000" spc="12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loss.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49" y="6031865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949" y="8279765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949" y="9403714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-12700" y="5738482"/>
            <a:ext cx="12799060" cy="452120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 marR="2659380">
              <a:lnSpc>
                <a:spcPct val="100000"/>
              </a:lnSpc>
              <a:spcBef>
                <a:spcPts val="685"/>
              </a:spcBef>
            </a:pPr>
            <a:r>
              <a:rPr dirty="0" sz="3200">
                <a:latin typeface="Tahoma"/>
                <a:cs typeface="Tahoma"/>
              </a:rPr>
              <a:t>Ǫ1.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195">
                <a:latin typeface="Tahoma"/>
                <a:cs typeface="Tahoma"/>
              </a:rPr>
              <a:t>How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55">
                <a:latin typeface="Tahoma"/>
                <a:cs typeface="Tahoma"/>
              </a:rPr>
              <a:t>do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currently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detect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leakage?</a:t>
            </a:r>
            <a:endParaRPr sz="32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145">
                <a:latin typeface="Tahoma"/>
                <a:cs typeface="Tahoma"/>
              </a:rPr>
              <a:t>By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75">
                <a:latin typeface="Tahoma"/>
                <a:cs typeface="Tahoma"/>
              </a:rPr>
              <a:t>smelling</a:t>
            </a:r>
            <a:r>
              <a:rPr dirty="0" sz="3200" spc="-135">
                <a:latin typeface="Tahoma"/>
                <a:cs typeface="Tahoma"/>
              </a:rPr>
              <a:t> </a:t>
            </a:r>
            <a:r>
              <a:rPr dirty="0" sz="3200" spc="180">
                <a:latin typeface="Tahoma"/>
                <a:cs typeface="Tahoma"/>
              </a:rPr>
              <a:t>LPG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gas.</a:t>
            </a:r>
            <a:endParaRPr sz="3200">
              <a:latin typeface="Tahoma"/>
              <a:cs typeface="Tahoma"/>
            </a:endParaRPr>
          </a:p>
          <a:p>
            <a:pPr algn="ctr" marR="430530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Ǫ2.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 spc="75">
                <a:latin typeface="Tahoma"/>
                <a:cs typeface="Tahoma"/>
              </a:rPr>
              <a:t>Have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ever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experienced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leakage?</a:t>
            </a:r>
            <a:endParaRPr sz="3200">
              <a:latin typeface="Tahoma"/>
              <a:cs typeface="Tahoma"/>
            </a:endParaRPr>
          </a:p>
          <a:p>
            <a:pPr algn="ctr" marR="2085975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Yes,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once.</a:t>
            </a:r>
            <a:endParaRPr sz="3200">
              <a:latin typeface="Tahoma"/>
              <a:cs typeface="Tahoma"/>
            </a:endParaRPr>
          </a:p>
          <a:p>
            <a:pPr algn="ctr" marR="366649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Ǫ3.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45">
                <a:latin typeface="Tahoma"/>
                <a:cs typeface="Tahoma"/>
              </a:rPr>
              <a:t>Is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difficult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detect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50">
                <a:latin typeface="Tahoma"/>
                <a:cs typeface="Tahoma"/>
              </a:rPr>
              <a:t>leak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early?</a:t>
            </a:r>
            <a:endParaRPr sz="3200">
              <a:latin typeface="Tahoma"/>
              <a:cs typeface="Tahoma"/>
            </a:endParaRPr>
          </a:p>
          <a:p>
            <a:pPr algn="ctr" marR="2295525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4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Yes,</a:t>
            </a:r>
            <a:r>
              <a:rPr dirty="0" sz="3200" spc="-1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14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is.</a:t>
            </a:r>
            <a:endParaRPr sz="3200">
              <a:latin typeface="Tahoma"/>
              <a:cs typeface="Tahoma"/>
            </a:endParaRPr>
          </a:p>
          <a:p>
            <a:pPr algn="ctr" marL="690245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Ǫ4.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185">
                <a:latin typeface="Tahoma"/>
                <a:cs typeface="Tahoma"/>
              </a:rPr>
              <a:t>Would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automatic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leakage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alert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50">
                <a:latin typeface="Tahoma"/>
                <a:cs typeface="Tahoma"/>
              </a:rPr>
              <a:t>system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improve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safety?</a:t>
            </a:r>
            <a:endParaRPr sz="32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Yes,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gives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instant</a:t>
            </a:r>
            <a:r>
              <a:rPr dirty="0" sz="3200" spc="-7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alerts.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4547" y="1509885"/>
            <a:ext cx="4523452" cy="66770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9580">
              <a:lnSpc>
                <a:spcPct val="100000"/>
              </a:lnSpc>
              <a:spcBef>
                <a:spcPts val="100"/>
              </a:spcBef>
            </a:pPr>
            <a:r>
              <a:rPr dirty="0" sz="6400" spc="-130"/>
              <a:t>PERSON</a:t>
            </a:r>
            <a:r>
              <a:rPr dirty="0" sz="6400" spc="-290"/>
              <a:t> </a:t>
            </a:r>
            <a:r>
              <a:rPr dirty="0" sz="6400" spc="610"/>
              <a:t>-</a:t>
            </a:r>
            <a:r>
              <a:rPr dirty="0" sz="6400" spc="195"/>
              <a:t>3</a:t>
            </a:r>
            <a:endParaRPr sz="6400"/>
          </a:p>
        </p:txBody>
      </p:sp>
      <p:sp>
        <p:nvSpPr>
          <p:cNvPr id="4" name="object 4"/>
          <p:cNvSpPr txBox="1"/>
          <p:nvPr/>
        </p:nvSpPr>
        <p:spPr>
          <a:xfrm>
            <a:off x="-12700" y="2633518"/>
            <a:ext cx="7040245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497965" marR="1490980">
              <a:lnSpc>
                <a:spcPct val="116700"/>
              </a:lnSpc>
              <a:spcBef>
                <a:spcPts val="95"/>
              </a:spcBef>
            </a:pPr>
            <a:r>
              <a:rPr dirty="0" sz="3000" spc="-45" b="1">
                <a:latin typeface="Arial"/>
                <a:cs typeface="Arial"/>
              </a:rPr>
              <a:t>Name: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Eswaramma </a:t>
            </a:r>
            <a:r>
              <a:rPr dirty="0" sz="3000" spc="-265" b="1">
                <a:latin typeface="Arial"/>
                <a:cs typeface="Arial"/>
              </a:rPr>
              <a:t>Job:</a:t>
            </a:r>
            <a:r>
              <a:rPr dirty="0" sz="3000" spc="-3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Restaurant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Owner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75" b="1">
                <a:latin typeface="Arial"/>
                <a:cs typeface="Arial"/>
              </a:rPr>
              <a:t>Hobbies: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85" b="1">
                <a:latin typeface="Arial"/>
                <a:cs typeface="Arial"/>
              </a:rPr>
              <a:t>Cooking,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Reading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newspapers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1839" y="2132886"/>
            <a:ext cx="5658485" cy="2692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65">
                <a:latin typeface="Tahoma"/>
                <a:cs typeface="Tahoma"/>
              </a:rPr>
              <a:t>Pain</a:t>
            </a:r>
            <a:r>
              <a:rPr dirty="0" sz="3000" spc="-155">
                <a:latin typeface="Tahoma"/>
                <a:cs typeface="Tahoma"/>
              </a:rPr>
              <a:t> </a:t>
            </a:r>
            <a:r>
              <a:rPr dirty="0" sz="3000" spc="60">
                <a:latin typeface="Tahoma"/>
                <a:cs typeface="Tahoma"/>
              </a:rPr>
              <a:t>Point</a:t>
            </a:r>
            <a:endParaRPr sz="3000">
              <a:latin typeface="Tahoma"/>
              <a:cs typeface="Tahoma"/>
            </a:endParaRPr>
          </a:p>
          <a:p>
            <a:pPr algn="ctr" marL="12700" marR="5080" indent="-635">
              <a:lnSpc>
                <a:spcPts val="4200"/>
              </a:lnSpc>
              <a:spcBef>
                <a:spcPts val="100"/>
              </a:spcBef>
            </a:pPr>
            <a:r>
              <a:rPr dirty="0" sz="3000" spc="80">
                <a:latin typeface="Tahoma"/>
                <a:cs typeface="Tahoma"/>
              </a:rPr>
              <a:t>Gas</a:t>
            </a:r>
            <a:r>
              <a:rPr dirty="0" sz="3000" spc="-105">
                <a:latin typeface="Tahoma"/>
                <a:cs typeface="Tahoma"/>
              </a:rPr>
              <a:t> </a:t>
            </a:r>
            <a:r>
              <a:rPr dirty="0" sz="3000" spc="45">
                <a:latin typeface="Tahoma"/>
                <a:cs typeface="Tahoma"/>
              </a:rPr>
              <a:t>cylinders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are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used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daily,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 spc="35">
                <a:latin typeface="Tahoma"/>
                <a:cs typeface="Tahoma"/>
              </a:rPr>
              <a:t>so </a:t>
            </a:r>
            <a:r>
              <a:rPr dirty="0" sz="3000">
                <a:latin typeface="Tahoma"/>
                <a:cs typeface="Tahoma"/>
              </a:rPr>
              <a:t>even</a:t>
            </a:r>
            <a:r>
              <a:rPr dirty="0" sz="3000" spc="-105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small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unnoticed</a:t>
            </a:r>
            <a:r>
              <a:rPr dirty="0" sz="3000" spc="-105">
                <a:latin typeface="Tahoma"/>
                <a:cs typeface="Tahoma"/>
              </a:rPr>
              <a:t> </a:t>
            </a:r>
            <a:r>
              <a:rPr dirty="0" sz="3000" spc="55">
                <a:latin typeface="Tahoma"/>
                <a:cs typeface="Tahoma"/>
              </a:rPr>
              <a:t>gas</a:t>
            </a:r>
            <a:r>
              <a:rPr dirty="0" sz="3000" spc="-100">
                <a:latin typeface="Tahoma"/>
                <a:cs typeface="Tahoma"/>
              </a:rPr>
              <a:t> </a:t>
            </a:r>
            <a:r>
              <a:rPr dirty="0" sz="3000" spc="35">
                <a:latin typeface="Tahoma"/>
                <a:cs typeface="Tahoma"/>
              </a:rPr>
              <a:t>leak </a:t>
            </a:r>
            <a:r>
              <a:rPr dirty="0" sz="3000">
                <a:latin typeface="Tahoma"/>
                <a:cs typeface="Tahoma"/>
              </a:rPr>
              <a:t>can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 spc="70">
                <a:latin typeface="Tahoma"/>
                <a:cs typeface="Tahoma"/>
              </a:rPr>
              <a:t>lead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to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serious</a:t>
            </a:r>
            <a:r>
              <a:rPr dirty="0" sz="3000" spc="-9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accidents,</a:t>
            </a:r>
            <a:r>
              <a:rPr dirty="0" sz="3000" spc="-85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fire </a:t>
            </a:r>
            <a:r>
              <a:rPr dirty="0" sz="3000">
                <a:latin typeface="Tahoma"/>
                <a:cs typeface="Tahoma"/>
              </a:rPr>
              <a:t>hazards,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and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>
                <a:latin typeface="Tahoma"/>
                <a:cs typeface="Tahoma"/>
              </a:rPr>
              <a:t>financial</a:t>
            </a:r>
            <a:r>
              <a:rPr dirty="0" sz="3000" spc="-4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loss.</a:t>
            </a:r>
            <a:endParaRPr sz="3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49" y="5753021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49" y="7438945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949" y="9124870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8160" y="5459638"/>
            <a:ext cx="8750300" cy="452120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3200">
                <a:latin typeface="Tahoma"/>
                <a:cs typeface="Tahoma"/>
              </a:rPr>
              <a:t>Ǫ1.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195">
                <a:latin typeface="Tahoma"/>
                <a:cs typeface="Tahoma"/>
              </a:rPr>
              <a:t>How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55">
                <a:latin typeface="Tahoma"/>
                <a:cs typeface="Tahoma"/>
              </a:rPr>
              <a:t>do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currently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detect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10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leakage?</a:t>
            </a:r>
            <a:endParaRPr sz="3200">
              <a:latin typeface="Tahoma"/>
              <a:cs typeface="Tahoma"/>
            </a:endParaRPr>
          </a:p>
          <a:p>
            <a:pPr marL="296672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145">
                <a:latin typeface="Tahoma"/>
                <a:cs typeface="Tahoma"/>
              </a:rPr>
              <a:t>By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75">
                <a:latin typeface="Tahoma"/>
                <a:cs typeface="Tahoma"/>
              </a:rPr>
              <a:t>smelling</a:t>
            </a:r>
            <a:r>
              <a:rPr dirty="0" sz="3200" spc="-135">
                <a:latin typeface="Tahoma"/>
                <a:cs typeface="Tahoma"/>
              </a:rPr>
              <a:t> </a:t>
            </a:r>
            <a:r>
              <a:rPr dirty="0" sz="3200" spc="180">
                <a:latin typeface="Tahoma"/>
                <a:cs typeface="Tahoma"/>
              </a:rPr>
              <a:t>LPG</a:t>
            </a:r>
            <a:r>
              <a:rPr dirty="0" sz="3200" spc="-14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gas.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200">
                <a:latin typeface="Tahoma"/>
                <a:cs typeface="Tahoma"/>
              </a:rPr>
              <a:t>Ǫ2.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 spc="75">
                <a:latin typeface="Tahoma"/>
                <a:cs typeface="Tahoma"/>
              </a:rPr>
              <a:t>Have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you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ever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experienced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120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114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leakage?</a:t>
            </a:r>
            <a:endParaRPr sz="3200">
              <a:latin typeface="Tahoma"/>
              <a:cs typeface="Tahoma"/>
            </a:endParaRPr>
          </a:p>
          <a:p>
            <a:pPr marL="3058160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Yes,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once.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200">
                <a:latin typeface="Tahoma"/>
                <a:cs typeface="Tahoma"/>
              </a:rPr>
              <a:t>Ǫ3.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45">
                <a:latin typeface="Tahoma"/>
                <a:cs typeface="Tahoma"/>
              </a:rPr>
              <a:t>Is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difficult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detect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65">
                <a:latin typeface="Tahoma"/>
                <a:cs typeface="Tahoma"/>
              </a:rPr>
              <a:t>gas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50">
                <a:latin typeface="Tahoma"/>
                <a:cs typeface="Tahoma"/>
              </a:rPr>
              <a:t>leak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early?</a:t>
            </a:r>
            <a:endParaRPr sz="3200">
              <a:latin typeface="Tahoma"/>
              <a:cs typeface="Tahoma"/>
            </a:endParaRPr>
          </a:p>
          <a:p>
            <a:pPr marL="3127375">
              <a:lnSpc>
                <a:spcPct val="100000"/>
              </a:lnSpc>
              <a:spcBef>
                <a:spcPts val="585"/>
              </a:spcBef>
            </a:pPr>
            <a:r>
              <a:rPr dirty="0" sz="3200">
                <a:latin typeface="Tahoma"/>
                <a:cs typeface="Tahoma"/>
              </a:rPr>
              <a:t>Ans: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Yes,</a:t>
            </a:r>
            <a:r>
              <a:rPr dirty="0" sz="3200" spc="-15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sometimes.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67" y="2705099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67" y="4305299"/>
            <a:ext cx="123824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94092" y="2425700"/>
            <a:ext cx="11781790" cy="2692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Arial"/>
                <a:cs typeface="Arial"/>
              </a:rPr>
              <a:t>Ǫ4.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60" b="1">
                <a:latin typeface="Arial"/>
                <a:cs typeface="Arial"/>
              </a:rPr>
              <a:t>Would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safety?</a:t>
            </a:r>
            <a:endParaRPr sz="3000">
              <a:latin typeface="Arial"/>
              <a:cs typeface="Arial"/>
            </a:endParaRPr>
          </a:p>
          <a:p>
            <a:pPr marL="129794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70" b="1">
                <a:latin typeface="Arial"/>
                <a:cs typeface="Arial"/>
              </a:rPr>
              <a:t> gives </a:t>
            </a:r>
            <a:r>
              <a:rPr dirty="0" sz="3000" spc="-90" b="1">
                <a:latin typeface="Arial"/>
                <a:cs typeface="Arial"/>
              </a:rPr>
              <a:t>quick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alerts.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Ǫ5.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Can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detection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accidents?</a:t>
            </a:r>
            <a:endParaRPr sz="300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helps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accidents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saves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lives.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7562215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4" y="9162414"/>
            <a:ext cx="123824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5038" y="3015615"/>
            <a:ext cx="10826115" cy="6959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913504" marR="3905885" indent="-635">
              <a:lnSpc>
                <a:spcPct val="116700"/>
              </a:lnSpc>
              <a:spcBef>
                <a:spcPts val="95"/>
              </a:spcBef>
            </a:pPr>
            <a:r>
              <a:rPr dirty="0" sz="3000" spc="-45" b="1">
                <a:latin typeface="Arial"/>
                <a:cs typeface="Arial"/>
              </a:rPr>
              <a:t>Name: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Shankar </a:t>
            </a:r>
            <a:r>
              <a:rPr dirty="0" sz="3000" spc="-265" b="1">
                <a:latin typeface="Arial"/>
                <a:cs typeface="Arial"/>
              </a:rPr>
              <a:t>Job:</a:t>
            </a:r>
            <a:r>
              <a:rPr dirty="0" sz="3000" spc="-25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Shop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Owner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75" b="1">
                <a:latin typeface="Arial"/>
                <a:cs typeface="Arial"/>
              </a:rPr>
              <a:t>Hobbies: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Reading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Newspapers,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Farming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000" spc="-35" b="1">
                <a:latin typeface="Arial"/>
                <a:cs typeface="Arial"/>
              </a:rPr>
              <a:t>Pain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Point: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100" b="1">
                <a:latin typeface="Arial"/>
                <a:cs typeface="Arial"/>
              </a:rPr>
              <a:t>Gas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can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14" b="1">
                <a:latin typeface="Arial"/>
                <a:cs typeface="Arial"/>
              </a:rPr>
              <a:t>cause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damage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if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they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not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detected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on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time.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300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  <a:spcBef>
                <a:spcPts val="5"/>
              </a:spcBef>
            </a:pPr>
            <a:r>
              <a:rPr dirty="0" sz="3000" b="1">
                <a:latin typeface="Arial"/>
                <a:cs typeface="Arial"/>
              </a:rPr>
              <a:t>Ǫfi.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80" b="1">
                <a:latin typeface="Arial"/>
                <a:cs typeface="Arial"/>
              </a:rPr>
              <a:t>How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currently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40" b="1">
                <a:latin typeface="Arial"/>
                <a:cs typeface="Arial"/>
              </a:rPr>
              <a:t>check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cylinder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pipe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connections.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Ǫ2.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Have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ever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experienced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marL="803275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No,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but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have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seen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one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nearby.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56152" y="1514157"/>
            <a:ext cx="4267199" cy="635317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941101"/>
            <a:ext cx="441642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30"/>
              <a:t>PERSON</a:t>
            </a:r>
            <a:r>
              <a:rPr dirty="0" sz="6400" spc="-290"/>
              <a:t> </a:t>
            </a:r>
            <a:r>
              <a:rPr dirty="0" sz="6400" spc="610"/>
              <a:t>-</a:t>
            </a:r>
            <a:r>
              <a:rPr dirty="0" sz="6400" spc="195"/>
              <a:t>4</a:t>
            </a:r>
            <a:endParaRPr sz="6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5700" y="2193585"/>
            <a:ext cx="158017" cy="1580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5700" y="4235662"/>
            <a:ext cx="158017" cy="1580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5700" y="6277738"/>
            <a:ext cx="158017" cy="1580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4122" y="1840538"/>
            <a:ext cx="15027910" cy="5471160"/>
          </a:xfrm>
          <a:prstGeom prst="rect">
            <a:avLst/>
          </a:prstGeom>
        </p:spPr>
        <p:txBody>
          <a:bodyPr wrap="square" lIns="0" tIns="113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dirty="0" sz="3800" b="1">
                <a:latin typeface="Arial"/>
                <a:cs typeface="Arial"/>
              </a:rPr>
              <a:t>Ǫ3.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Is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spc="55" b="1">
                <a:latin typeface="Arial"/>
                <a:cs typeface="Arial"/>
              </a:rPr>
              <a:t>it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difficult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to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detect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a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spc="-35" b="1">
                <a:latin typeface="Arial"/>
                <a:cs typeface="Arial"/>
              </a:rPr>
              <a:t>gas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leak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early?</a:t>
            </a:r>
            <a:endParaRPr sz="3800">
              <a:latin typeface="Arial"/>
              <a:cs typeface="Arial"/>
            </a:endParaRPr>
          </a:p>
          <a:p>
            <a:pPr marL="2610485">
              <a:lnSpc>
                <a:spcPct val="100000"/>
              </a:lnSpc>
              <a:spcBef>
                <a:spcPts val="795"/>
              </a:spcBef>
            </a:pPr>
            <a:r>
              <a:rPr dirty="0" sz="3800" spc="-120" b="1">
                <a:latin typeface="Arial"/>
                <a:cs typeface="Arial"/>
              </a:rPr>
              <a:t>Ans:</a:t>
            </a:r>
            <a:r>
              <a:rPr dirty="0" sz="3800" spc="-95" b="1">
                <a:latin typeface="Arial"/>
                <a:cs typeface="Arial"/>
              </a:rPr>
              <a:t> </a:t>
            </a:r>
            <a:r>
              <a:rPr dirty="0" sz="3800" spc="-120" b="1">
                <a:latin typeface="Arial"/>
                <a:cs typeface="Arial"/>
              </a:rPr>
              <a:t>Yes,</a:t>
            </a:r>
            <a:r>
              <a:rPr dirty="0" sz="3800" spc="-9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small</a:t>
            </a:r>
            <a:r>
              <a:rPr dirty="0" sz="3800" spc="-9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leaks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are</a:t>
            </a:r>
            <a:r>
              <a:rPr dirty="0" sz="3800" spc="-9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hard</a:t>
            </a:r>
            <a:r>
              <a:rPr dirty="0" sz="3800" spc="-9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to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notice.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800" b="1">
                <a:latin typeface="Arial"/>
                <a:cs typeface="Arial"/>
              </a:rPr>
              <a:t>Ǫ4.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100" b="1">
                <a:latin typeface="Arial"/>
                <a:cs typeface="Arial"/>
              </a:rPr>
              <a:t>Would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an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-20" b="1">
                <a:latin typeface="Arial"/>
                <a:cs typeface="Arial"/>
              </a:rPr>
              <a:t>automatic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-35" b="1">
                <a:latin typeface="Arial"/>
                <a:cs typeface="Arial"/>
              </a:rPr>
              <a:t>gas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leakage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60" b="1">
                <a:latin typeface="Arial"/>
                <a:cs typeface="Arial"/>
              </a:rPr>
              <a:t>alert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-50" b="1">
                <a:latin typeface="Arial"/>
                <a:cs typeface="Arial"/>
              </a:rPr>
              <a:t>system</a:t>
            </a:r>
            <a:r>
              <a:rPr dirty="0" sz="3800" spc="-100" b="1">
                <a:latin typeface="Arial"/>
                <a:cs typeface="Arial"/>
              </a:rPr>
              <a:t> </a:t>
            </a:r>
            <a:r>
              <a:rPr dirty="0" sz="3800" spc="-35" b="1">
                <a:latin typeface="Arial"/>
                <a:cs typeface="Arial"/>
              </a:rPr>
              <a:t>improve</a:t>
            </a:r>
            <a:r>
              <a:rPr dirty="0" sz="3800" spc="-10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safety?</a:t>
            </a:r>
            <a:endParaRPr sz="3800">
              <a:latin typeface="Arial"/>
              <a:cs typeface="Arial"/>
            </a:endParaRPr>
          </a:p>
          <a:p>
            <a:pPr marL="2454275">
              <a:lnSpc>
                <a:spcPct val="100000"/>
              </a:lnSpc>
              <a:spcBef>
                <a:spcPts val="800"/>
              </a:spcBef>
            </a:pPr>
            <a:r>
              <a:rPr dirty="0" sz="3800" spc="-120" b="1">
                <a:latin typeface="Arial"/>
                <a:cs typeface="Arial"/>
              </a:rPr>
              <a:t>Ans: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spc="-120" b="1">
                <a:latin typeface="Arial"/>
                <a:cs typeface="Arial"/>
              </a:rPr>
              <a:t>Yes,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spc="55" b="1">
                <a:latin typeface="Arial"/>
                <a:cs typeface="Arial"/>
              </a:rPr>
              <a:t>it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warns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spc="-135" b="1">
                <a:latin typeface="Arial"/>
                <a:cs typeface="Arial"/>
              </a:rPr>
              <a:t>us</a:t>
            </a:r>
            <a:r>
              <a:rPr dirty="0" sz="3800" spc="-90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immediately.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800" b="1">
                <a:latin typeface="Arial"/>
                <a:cs typeface="Arial"/>
              </a:rPr>
              <a:t>Ǫ5.</a:t>
            </a:r>
            <a:r>
              <a:rPr dirty="0" sz="3800" spc="-130" b="1">
                <a:latin typeface="Arial"/>
                <a:cs typeface="Arial"/>
              </a:rPr>
              <a:t> </a:t>
            </a:r>
            <a:r>
              <a:rPr dirty="0" sz="3800" spc="-20" b="1">
                <a:latin typeface="Arial"/>
                <a:cs typeface="Arial"/>
              </a:rPr>
              <a:t>Can</a:t>
            </a:r>
            <a:r>
              <a:rPr dirty="0" sz="3800" spc="-12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a</a:t>
            </a:r>
            <a:r>
              <a:rPr dirty="0" sz="3800" spc="-13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smart</a:t>
            </a:r>
            <a:r>
              <a:rPr dirty="0" sz="3800" spc="-125" b="1">
                <a:latin typeface="Arial"/>
                <a:cs typeface="Arial"/>
              </a:rPr>
              <a:t> </a:t>
            </a:r>
            <a:r>
              <a:rPr dirty="0" sz="3800" spc="-35" b="1">
                <a:latin typeface="Arial"/>
                <a:cs typeface="Arial"/>
              </a:rPr>
              <a:t>gas</a:t>
            </a:r>
            <a:r>
              <a:rPr dirty="0" sz="3800" spc="-12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leakage</a:t>
            </a:r>
            <a:r>
              <a:rPr dirty="0" sz="3800" spc="-130" b="1">
                <a:latin typeface="Arial"/>
                <a:cs typeface="Arial"/>
              </a:rPr>
              <a:t> </a:t>
            </a:r>
            <a:r>
              <a:rPr dirty="0" sz="3800" spc="-20" b="1">
                <a:latin typeface="Arial"/>
                <a:cs typeface="Arial"/>
              </a:rPr>
              <a:t>detection</a:t>
            </a:r>
            <a:r>
              <a:rPr dirty="0" sz="3800" spc="-125" b="1">
                <a:latin typeface="Arial"/>
                <a:cs typeface="Arial"/>
              </a:rPr>
              <a:t> </a:t>
            </a:r>
            <a:r>
              <a:rPr dirty="0" sz="3800" spc="-50" b="1">
                <a:latin typeface="Arial"/>
                <a:cs typeface="Arial"/>
              </a:rPr>
              <a:t>system</a:t>
            </a:r>
            <a:r>
              <a:rPr dirty="0" sz="3800" spc="-13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prevent</a:t>
            </a:r>
            <a:r>
              <a:rPr dirty="0" sz="3800" spc="-125" b="1">
                <a:latin typeface="Arial"/>
                <a:cs typeface="Arial"/>
              </a:rPr>
              <a:t> </a:t>
            </a:r>
            <a:r>
              <a:rPr dirty="0" sz="3800" spc="-20" b="1">
                <a:latin typeface="Arial"/>
                <a:cs typeface="Arial"/>
              </a:rPr>
              <a:t>accidents?</a:t>
            </a:r>
            <a:endParaRPr sz="3800">
              <a:latin typeface="Arial"/>
              <a:cs typeface="Arial"/>
            </a:endParaRPr>
          </a:p>
          <a:p>
            <a:pPr marL="1439545">
              <a:lnSpc>
                <a:spcPct val="100000"/>
              </a:lnSpc>
              <a:spcBef>
                <a:spcPts val="800"/>
              </a:spcBef>
            </a:pPr>
            <a:r>
              <a:rPr dirty="0" sz="3800" spc="-120" b="1">
                <a:latin typeface="Arial"/>
                <a:cs typeface="Arial"/>
              </a:rPr>
              <a:t>Ans:</a:t>
            </a:r>
            <a:r>
              <a:rPr dirty="0" sz="3800" spc="-85" b="1">
                <a:latin typeface="Arial"/>
                <a:cs typeface="Arial"/>
              </a:rPr>
              <a:t> </a:t>
            </a:r>
            <a:r>
              <a:rPr dirty="0" sz="3800" spc="-120" b="1">
                <a:latin typeface="Arial"/>
                <a:cs typeface="Arial"/>
              </a:rPr>
              <a:t>Yes,</a:t>
            </a:r>
            <a:r>
              <a:rPr dirty="0" sz="3800" spc="-85" b="1">
                <a:latin typeface="Arial"/>
                <a:cs typeface="Arial"/>
              </a:rPr>
              <a:t> </a:t>
            </a:r>
            <a:r>
              <a:rPr dirty="0" sz="3800" spc="55" b="1">
                <a:latin typeface="Arial"/>
                <a:cs typeface="Arial"/>
              </a:rPr>
              <a:t>it</a:t>
            </a:r>
            <a:r>
              <a:rPr dirty="0" sz="3800" spc="-80" b="1">
                <a:latin typeface="Arial"/>
                <a:cs typeface="Arial"/>
              </a:rPr>
              <a:t> </a:t>
            </a:r>
            <a:r>
              <a:rPr dirty="0" sz="3800" spc="-95" b="1">
                <a:latin typeface="Arial"/>
                <a:cs typeface="Arial"/>
              </a:rPr>
              <a:t>reduces</a:t>
            </a:r>
            <a:r>
              <a:rPr dirty="0" sz="3800" spc="-8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the</a:t>
            </a:r>
            <a:r>
              <a:rPr dirty="0" sz="3800" spc="-80" b="1">
                <a:latin typeface="Arial"/>
                <a:cs typeface="Arial"/>
              </a:rPr>
              <a:t> </a:t>
            </a:r>
            <a:r>
              <a:rPr dirty="0" sz="3800" spc="-55" b="1">
                <a:latin typeface="Arial"/>
                <a:cs typeface="Arial"/>
              </a:rPr>
              <a:t>risk</a:t>
            </a:r>
            <a:r>
              <a:rPr dirty="0" sz="3800" spc="-8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of</a:t>
            </a:r>
            <a:r>
              <a:rPr dirty="0" sz="3800" spc="-8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fire</a:t>
            </a:r>
            <a:r>
              <a:rPr dirty="0" sz="3800" spc="-8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and</a:t>
            </a:r>
            <a:r>
              <a:rPr dirty="0" sz="3800" spc="-80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explosions.</a:t>
            </a:r>
            <a:endParaRPr sz="3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426" y="1807370"/>
            <a:ext cx="7791449" cy="5838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180" y="6934200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80" y="9067799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328" y="1854200"/>
            <a:ext cx="9161780" cy="802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025140" marR="3017520">
              <a:lnSpc>
                <a:spcPct val="116700"/>
              </a:lnSpc>
              <a:spcBef>
                <a:spcPts val="95"/>
              </a:spcBef>
            </a:pPr>
            <a:r>
              <a:rPr dirty="0" sz="3000" spc="-45" b="1">
                <a:latin typeface="Arial"/>
                <a:cs typeface="Arial"/>
              </a:rPr>
              <a:t>Name: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Satyavathi </a:t>
            </a:r>
            <a:r>
              <a:rPr dirty="0" sz="3000" spc="-265" b="1">
                <a:latin typeface="Arial"/>
                <a:cs typeface="Arial"/>
              </a:rPr>
              <a:t>Job:</a:t>
            </a:r>
            <a:r>
              <a:rPr dirty="0" sz="3000" spc="-10" b="1">
                <a:latin typeface="Arial"/>
                <a:cs typeface="Arial"/>
              </a:rPr>
              <a:t> Tailor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75" b="1">
                <a:latin typeface="Arial"/>
                <a:cs typeface="Arial"/>
              </a:rPr>
              <a:t>Hobbies: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Stitching,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Cooking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000" spc="-35" b="1">
                <a:latin typeface="Arial"/>
                <a:cs typeface="Arial"/>
              </a:rPr>
              <a:t>Pain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Point:</a:t>
            </a:r>
            <a:endParaRPr sz="3000">
              <a:latin typeface="Arial"/>
              <a:cs typeface="Arial"/>
            </a:endParaRPr>
          </a:p>
          <a:p>
            <a:pPr algn="ctr" marL="12700" marR="5080">
              <a:lnSpc>
                <a:spcPts val="4200"/>
              </a:lnSpc>
              <a:spcBef>
                <a:spcPts val="240"/>
              </a:spcBef>
            </a:pPr>
            <a:r>
              <a:rPr dirty="0" sz="3000" spc="-100" b="1">
                <a:latin typeface="Arial"/>
                <a:cs typeface="Arial"/>
              </a:rPr>
              <a:t>Gas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not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always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noticed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quickly,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which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can </a:t>
            </a:r>
            <a:r>
              <a:rPr dirty="0" sz="3000" b="1">
                <a:latin typeface="Arial"/>
                <a:cs typeface="Arial"/>
              </a:rPr>
              <a:t>lead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unsafe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situations.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000">
              <a:latin typeface="Arial"/>
              <a:cs typeface="Arial"/>
            </a:endParaRPr>
          </a:p>
          <a:p>
            <a:pPr algn="ctr" marL="241300" marR="233679" indent="22225">
              <a:lnSpc>
                <a:spcPct val="116700"/>
              </a:lnSpc>
            </a:pPr>
            <a:r>
              <a:rPr dirty="0" sz="3000" b="1">
                <a:latin typeface="Arial"/>
                <a:cs typeface="Arial"/>
              </a:rPr>
              <a:t>Ǫfi.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80" b="1">
                <a:latin typeface="Arial"/>
                <a:cs typeface="Arial"/>
              </a:rPr>
              <a:t>How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currently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 </a:t>
            </a: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listen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for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105" b="1">
                <a:latin typeface="Arial"/>
                <a:cs typeface="Arial"/>
              </a:rPr>
              <a:t>hissing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sound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140" b="1">
                <a:latin typeface="Arial"/>
                <a:cs typeface="Arial"/>
              </a:rPr>
              <a:t>check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for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the </a:t>
            </a:r>
            <a:r>
              <a:rPr dirty="0" sz="3000" spc="-10" b="1">
                <a:latin typeface="Arial"/>
                <a:cs typeface="Arial"/>
              </a:rPr>
              <a:t>smell.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Ǫ2.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Have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ever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experienced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marL="49784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small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spc="55" b="1">
                <a:latin typeface="Arial"/>
                <a:cs typeface="Arial"/>
              </a:rPr>
              <a:t>at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home.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31266" y="-79374"/>
            <a:ext cx="4142104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10"/>
              <a:t>PERSON</a:t>
            </a:r>
            <a:r>
              <a:rPr dirty="0" sz="6000" spc="-285"/>
              <a:t> </a:t>
            </a:r>
            <a:r>
              <a:rPr dirty="0" sz="6000" spc="600"/>
              <a:t>-</a:t>
            </a:r>
            <a:r>
              <a:rPr dirty="0" sz="6000" spc="180"/>
              <a:t>5</a:t>
            </a:r>
            <a:endParaRPr sz="6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2247899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3848099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074" y="5448300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3700" y="1968500"/>
            <a:ext cx="11781790" cy="429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Arial"/>
                <a:cs typeface="Arial"/>
              </a:rPr>
              <a:t>Ǫ3.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difficult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early?</a:t>
            </a:r>
            <a:endParaRPr sz="3000">
              <a:latin typeface="Arial"/>
              <a:cs typeface="Arial"/>
            </a:endParaRPr>
          </a:p>
          <a:p>
            <a:pPr algn="ctr" marL="83820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especially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if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small.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Ǫ4.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60" b="1">
                <a:latin typeface="Arial"/>
                <a:cs typeface="Arial"/>
              </a:rPr>
              <a:t>Would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safety?</a:t>
            </a:r>
            <a:endParaRPr sz="3000">
              <a:latin typeface="Arial"/>
              <a:cs typeface="Arial"/>
            </a:endParaRPr>
          </a:p>
          <a:p>
            <a:pPr marL="2192020">
              <a:lnSpc>
                <a:spcPct val="100000"/>
              </a:lnSpc>
              <a:spcBef>
                <a:spcPts val="600"/>
              </a:spcBef>
              <a:tabLst>
                <a:tab pos="2672080" algn="l"/>
              </a:tabLst>
            </a:pPr>
            <a:r>
              <a:rPr dirty="0" sz="3000" spc="-50">
                <a:latin typeface="Tahoma"/>
                <a:cs typeface="Tahoma"/>
              </a:rPr>
              <a:t>.</a:t>
            </a:r>
            <a:r>
              <a:rPr dirty="0" sz="3000">
                <a:latin typeface="Tahoma"/>
                <a:cs typeface="Tahoma"/>
              </a:rPr>
              <a:t>	A</a:t>
            </a:r>
            <a:r>
              <a:rPr dirty="0" sz="3000" b="1">
                <a:latin typeface="Arial"/>
                <a:cs typeface="Arial"/>
              </a:rPr>
              <a:t>ns: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gives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early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warning.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Ǫ5.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Can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detection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accidents?</a:t>
            </a:r>
            <a:endParaRPr sz="3000">
              <a:latin typeface="Arial"/>
              <a:cs typeface="Arial"/>
            </a:endParaRPr>
          </a:p>
          <a:p>
            <a:pPr marL="262509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helps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avoid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dangerous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situations.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7099" y="1028700"/>
            <a:ext cx="3495674" cy="63531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2108" y="2591956"/>
            <a:ext cx="6108065" cy="21590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042160">
              <a:lnSpc>
                <a:spcPct val="100000"/>
              </a:lnSpc>
              <a:spcBef>
                <a:spcPts val="700"/>
              </a:spcBef>
            </a:pPr>
            <a:r>
              <a:rPr dirty="0" sz="3000" spc="-45" b="1">
                <a:latin typeface="Arial"/>
                <a:cs typeface="Arial"/>
              </a:rPr>
              <a:t>Name: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Ajay</a:t>
            </a:r>
            <a:endParaRPr sz="3000">
              <a:latin typeface="Arial"/>
              <a:cs typeface="Arial"/>
            </a:endParaRPr>
          </a:p>
          <a:p>
            <a:pPr marL="12700" marR="5080" indent="1210945">
              <a:lnSpc>
                <a:spcPts val="4200"/>
              </a:lnSpc>
              <a:spcBef>
                <a:spcPts val="240"/>
              </a:spcBef>
            </a:pPr>
            <a:r>
              <a:rPr dirty="0" sz="3000" spc="-265" b="1">
                <a:latin typeface="Arial"/>
                <a:cs typeface="Arial"/>
              </a:rPr>
              <a:t>Job:</a:t>
            </a:r>
            <a:r>
              <a:rPr dirty="0" sz="3000" spc="-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College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Student </a:t>
            </a:r>
            <a:r>
              <a:rPr dirty="0" sz="3000" spc="-75" b="1">
                <a:latin typeface="Arial"/>
                <a:cs typeface="Arial"/>
              </a:rPr>
              <a:t>Hobbies: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Playing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Cricket,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Learning</a:t>
            </a:r>
            <a:endParaRPr sz="3000">
              <a:latin typeface="Arial"/>
              <a:cs typeface="Arial"/>
            </a:endParaRPr>
          </a:p>
          <a:p>
            <a:pPr marL="2023745">
              <a:lnSpc>
                <a:spcPct val="100000"/>
              </a:lnSpc>
              <a:spcBef>
                <a:spcPts val="360"/>
              </a:spcBef>
            </a:pPr>
            <a:r>
              <a:rPr dirty="0" sz="3000" spc="-10" b="1">
                <a:latin typeface="Arial"/>
                <a:cs typeface="Arial"/>
              </a:rPr>
              <a:t>Technology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</a:pPr>
            <a:r>
              <a:rPr dirty="0" sz="6400" spc="-130"/>
              <a:t>PERSON</a:t>
            </a:r>
            <a:r>
              <a:rPr dirty="0" sz="6400" spc="-290"/>
              <a:t> </a:t>
            </a:r>
            <a:r>
              <a:rPr dirty="0" sz="6400" spc="610"/>
              <a:t>-</a:t>
            </a:r>
            <a:r>
              <a:rPr dirty="0" sz="6400" spc="195"/>
              <a:t>6</a:t>
            </a:r>
            <a:endParaRPr sz="6400"/>
          </a:p>
        </p:txBody>
      </p:sp>
      <p:sp>
        <p:nvSpPr>
          <p:cNvPr id="5" name="object 5"/>
          <p:cNvSpPr txBox="1"/>
          <p:nvPr/>
        </p:nvSpPr>
        <p:spPr>
          <a:xfrm>
            <a:off x="7853008" y="2591956"/>
            <a:ext cx="5075555" cy="21590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-35" b="1">
                <a:latin typeface="Arial"/>
                <a:cs typeface="Arial"/>
              </a:rPr>
              <a:t>Pain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Point:</a:t>
            </a:r>
            <a:endParaRPr sz="3000">
              <a:latin typeface="Arial"/>
              <a:cs typeface="Arial"/>
            </a:endParaRPr>
          </a:p>
          <a:p>
            <a:pPr algn="ctr" marL="12700" marR="5080">
              <a:lnSpc>
                <a:spcPts val="4200"/>
              </a:lnSpc>
              <a:spcBef>
                <a:spcPts val="100"/>
              </a:spcBef>
            </a:pPr>
            <a:r>
              <a:rPr dirty="0" sz="3000" b="1">
                <a:latin typeface="Arial"/>
                <a:cs typeface="Arial"/>
              </a:rPr>
              <a:t>Many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people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unaware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of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until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they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become dangerous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362" y="6128906"/>
            <a:ext cx="123824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362" y="7729106"/>
            <a:ext cx="123824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362" y="9329305"/>
            <a:ext cx="123824" cy="123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8287" y="5849506"/>
            <a:ext cx="9153525" cy="429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59765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Arial"/>
                <a:cs typeface="Arial"/>
              </a:rPr>
              <a:t>Ǫfi.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80" b="1">
                <a:latin typeface="Arial"/>
                <a:cs typeface="Arial"/>
              </a:rPr>
              <a:t>How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currently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spc="-140" b="1">
                <a:latin typeface="Arial"/>
                <a:cs typeface="Arial"/>
              </a:rPr>
              <a:t>check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for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smell</a:t>
            </a:r>
            <a:r>
              <a:rPr dirty="0" sz="3000" spc="-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LPG.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65976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Ǫ2.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Have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ever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experienced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No,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but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know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dangerous.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65976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Ǫ3.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difficult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early?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35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without</a:t>
            </a:r>
            <a:r>
              <a:rPr dirty="0" sz="3000" spc="-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detector.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139" y="2247899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139" y="3848099"/>
            <a:ext cx="123824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5764" y="1968500"/>
            <a:ext cx="11781790" cy="2692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Arial"/>
                <a:cs typeface="Arial"/>
              </a:rPr>
              <a:t>Ǫ4.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60" b="1">
                <a:latin typeface="Arial"/>
                <a:cs typeface="Arial"/>
              </a:rPr>
              <a:t>Would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safety?</a:t>
            </a:r>
            <a:endParaRPr sz="3000">
              <a:latin typeface="Arial"/>
              <a:cs typeface="Arial"/>
            </a:endParaRPr>
          </a:p>
          <a:p>
            <a:pPr marL="4082415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70" b="1">
                <a:latin typeface="Arial"/>
                <a:cs typeface="Arial"/>
              </a:rPr>
              <a:t> provides </a:t>
            </a:r>
            <a:r>
              <a:rPr dirty="0" sz="3000" spc="-10" b="1">
                <a:latin typeface="Arial"/>
                <a:cs typeface="Arial"/>
              </a:rPr>
              <a:t>instant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notifications.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algn="r" marR="17335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Ǫ5.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Can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detection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accidents?</a:t>
            </a:r>
            <a:endParaRPr sz="3000">
              <a:latin typeface="Arial"/>
              <a:cs typeface="Arial"/>
            </a:endParaRPr>
          </a:p>
          <a:p>
            <a:pPr algn="r" marR="28829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helps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people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take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quick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action.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1580" y="1028700"/>
            <a:ext cx="7826418" cy="63722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729" y="7581899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729" y="9182098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6094" y="2501899"/>
            <a:ext cx="9612630" cy="74930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3000" spc="-45" b="1">
                <a:latin typeface="Arial"/>
                <a:cs typeface="Arial"/>
              </a:rPr>
              <a:t>Name: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Guna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Srinivas</a:t>
            </a:r>
            <a:endParaRPr sz="3000">
              <a:latin typeface="Arial"/>
              <a:cs typeface="Arial"/>
            </a:endParaRPr>
          </a:p>
          <a:p>
            <a:pPr algn="ctr" marL="249554" marR="241935">
              <a:lnSpc>
                <a:spcPts val="4200"/>
              </a:lnSpc>
              <a:spcBef>
                <a:spcPts val="240"/>
              </a:spcBef>
            </a:pPr>
            <a:r>
              <a:rPr dirty="0" sz="3000" spc="-100" b="1">
                <a:latin typeface="Arial"/>
                <a:cs typeface="Arial"/>
              </a:rPr>
              <a:t>Occupation: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Aircraft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Maintenance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Technician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50" b="1">
                <a:latin typeface="Arial"/>
                <a:cs typeface="Arial"/>
              </a:rPr>
              <a:t>(AMT) </a:t>
            </a:r>
            <a:r>
              <a:rPr dirty="0" sz="3000" spc="-75" b="1">
                <a:latin typeface="Arial"/>
                <a:cs typeface="Arial"/>
              </a:rPr>
              <a:t>Hobbies: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Reading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75" b="1">
                <a:latin typeface="Arial"/>
                <a:cs typeface="Arial"/>
              </a:rPr>
              <a:t>Technical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5" b="1">
                <a:latin typeface="Arial"/>
                <a:cs typeface="Arial"/>
              </a:rPr>
              <a:t>Books,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Traveling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3000" spc="-35" b="1">
                <a:latin typeface="Arial"/>
                <a:cs typeface="Arial"/>
              </a:rPr>
              <a:t>Pain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Point:</a:t>
            </a:r>
            <a:endParaRPr sz="3000">
              <a:latin typeface="Arial"/>
              <a:cs typeface="Arial"/>
            </a:endParaRPr>
          </a:p>
          <a:p>
            <a:pPr algn="ctr" marL="12700" marR="5080">
              <a:lnSpc>
                <a:spcPts val="4200"/>
              </a:lnSpc>
              <a:spcBef>
                <a:spcPts val="240"/>
              </a:spcBef>
            </a:pPr>
            <a:r>
              <a:rPr dirty="0" sz="3000" spc="-100" b="1">
                <a:latin typeface="Arial"/>
                <a:cs typeface="Arial"/>
              </a:rPr>
              <a:t>Gas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difficult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identify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quickly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may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lead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4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serious</a:t>
            </a:r>
            <a:r>
              <a:rPr dirty="0" sz="3000" spc="-4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hazards.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3000">
              <a:latin typeface="Arial"/>
              <a:cs typeface="Arial"/>
            </a:endParaRPr>
          </a:p>
          <a:p>
            <a:pPr marL="47434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Ǫfi.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80" b="1">
                <a:latin typeface="Arial"/>
                <a:cs typeface="Arial"/>
              </a:rPr>
              <a:t>How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currently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inspect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105" b="1">
                <a:latin typeface="Arial"/>
                <a:cs typeface="Arial"/>
              </a:rPr>
              <a:t>connections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regularly.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47434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Ǫ2.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Have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you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ever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experienced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leakage?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No,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but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know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risks.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57834">
              <a:lnSpc>
                <a:spcPct val="100000"/>
              </a:lnSpc>
              <a:spcBef>
                <a:spcPts val="100"/>
              </a:spcBef>
            </a:pPr>
            <a:r>
              <a:rPr dirty="0" sz="6400" spc="-130"/>
              <a:t>PERSON</a:t>
            </a:r>
            <a:r>
              <a:rPr dirty="0" sz="6400" spc="-290"/>
              <a:t> </a:t>
            </a:r>
            <a:r>
              <a:rPr dirty="0" sz="6400" spc="610"/>
              <a:t>-</a:t>
            </a:r>
            <a:r>
              <a:rPr dirty="0" sz="6400" spc="195"/>
              <a:t>7</a:t>
            </a:r>
            <a:endParaRPr sz="6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2247899"/>
            <a:ext cx="123824" cy="123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3848099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2074" y="5448300"/>
            <a:ext cx="123824" cy="12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63700" y="1968500"/>
            <a:ext cx="13796644" cy="4292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Arial"/>
                <a:cs typeface="Arial"/>
              </a:rPr>
              <a:t>Ǫ3.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difficult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early?</a:t>
            </a:r>
            <a:endParaRPr sz="3000">
              <a:latin typeface="Arial"/>
              <a:cs typeface="Arial"/>
            </a:endParaRPr>
          </a:p>
          <a:p>
            <a:pPr marL="242062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without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proper</a:t>
            </a:r>
            <a:r>
              <a:rPr dirty="0" sz="3000" spc="-6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sensors.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Ǫ4.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60" b="1">
                <a:latin typeface="Arial"/>
                <a:cs typeface="Arial"/>
              </a:rPr>
              <a:t>Would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8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7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safety?</a:t>
            </a:r>
            <a:endParaRPr sz="3000">
              <a:latin typeface="Arial"/>
              <a:cs typeface="Arial"/>
            </a:endParaRPr>
          </a:p>
          <a:p>
            <a:pPr marL="223393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5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5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provides</a:t>
            </a:r>
            <a:r>
              <a:rPr dirty="0" sz="3000" spc="-5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early</a:t>
            </a:r>
            <a:r>
              <a:rPr dirty="0" sz="3000" spc="-5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warnings.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Ǫ5.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Can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detection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accidents?</a:t>
            </a:r>
            <a:endParaRPr sz="3000">
              <a:latin typeface="Arial"/>
              <a:cs typeface="Arial"/>
            </a:endParaRPr>
          </a:p>
          <a:p>
            <a:pPr marL="2117090">
              <a:lnSpc>
                <a:spcPct val="100000"/>
              </a:lnSpc>
              <a:spcBef>
                <a:spcPts val="600"/>
              </a:spcBef>
            </a:pPr>
            <a:r>
              <a:rPr dirty="0" sz="3000" spc="-110" b="1">
                <a:latin typeface="Arial"/>
                <a:cs typeface="Arial"/>
              </a:rPr>
              <a:t>Ans: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110" b="1">
                <a:latin typeface="Arial"/>
                <a:cs typeface="Arial"/>
              </a:rPr>
              <a:t>Yes,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helps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avoid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dangerous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situations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improves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safety.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21177" y="196316"/>
            <a:ext cx="15511144" cy="22923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599305" marR="5080" indent="-4587240">
              <a:lnSpc>
                <a:spcPct val="116199"/>
              </a:lnSpc>
              <a:spcBef>
                <a:spcPts val="95"/>
              </a:spcBef>
            </a:pPr>
            <a:r>
              <a:rPr dirty="0" sz="6400" spc="-650" b="0">
                <a:latin typeface="Verdana"/>
                <a:cs typeface="Verdana"/>
              </a:rPr>
              <a:t>Empathy</a:t>
            </a:r>
            <a:r>
              <a:rPr dirty="0" sz="6400" spc="-885" b="0">
                <a:latin typeface="Verdana"/>
                <a:cs typeface="Verdana"/>
              </a:rPr>
              <a:t> </a:t>
            </a:r>
            <a:r>
              <a:rPr dirty="0" sz="6400" spc="-475" b="0">
                <a:latin typeface="Verdana"/>
                <a:cs typeface="Verdana"/>
              </a:rPr>
              <a:t>Map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655" b="0">
                <a:latin typeface="Verdana"/>
                <a:cs typeface="Verdana"/>
              </a:rPr>
              <a:t>–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665" b="0">
                <a:latin typeface="Verdana"/>
                <a:cs typeface="Verdana"/>
              </a:rPr>
              <a:t>Smart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780" b="0">
                <a:latin typeface="Verdana"/>
                <a:cs typeface="Verdana"/>
              </a:rPr>
              <a:t>Gas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710" b="0">
                <a:latin typeface="Verdana"/>
                <a:cs typeface="Verdana"/>
              </a:rPr>
              <a:t>Leakage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540" b="0">
                <a:latin typeface="Verdana"/>
                <a:cs typeface="Verdana"/>
              </a:rPr>
              <a:t>Detection </a:t>
            </a:r>
            <a:r>
              <a:rPr dirty="0" sz="6400" spc="-675" b="0">
                <a:latin typeface="Verdana"/>
                <a:cs typeface="Verdana"/>
              </a:rPr>
              <a:t>and</a:t>
            </a:r>
            <a:r>
              <a:rPr dirty="0" sz="6400" spc="-885" b="0">
                <a:latin typeface="Verdana"/>
                <a:cs typeface="Verdana"/>
              </a:rPr>
              <a:t> </a:t>
            </a:r>
            <a:r>
              <a:rPr dirty="0" sz="6400" spc="-585" b="0">
                <a:latin typeface="Verdana"/>
                <a:cs typeface="Verdana"/>
              </a:rPr>
              <a:t>Safety</a:t>
            </a:r>
            <a:r>
              <a:rPr dirty="0" sz="6400" spc="-880" b="0">
                <a:latin typeface="Verdana"/>
                <a:cs typeface="Verdana"/>
              </a:rPr>
              <a:t> </a:t>
            </a:r>
            <a:r>
              <a:rPr dirty="0" sz="6400" spc="-745" b="0">
                <a:latin typeface="Verdana"/>
                <a:cs typeface="Verdana"/>
              </a:rPr>
              <a:t>System</a:t>
            </a:r>
            <a:endParaRPr sz="64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7964" y="2918785"/>
          <a:ext cx="17946370" cy="7220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0"/>
                <a:gridCol w="8527415"/>
              </a:tblGrid>
              <a:tr h="3872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6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 marL="231775">
                        <a:lnSpc>
                          <a:spcPct val="100000"/>
                        </a:lnSpc>
                      </a:pPr>
                      <a:r>
                        <a:rPr dirty="0" sz="2750" spc="-80" b="1">
                          <a:latin typeface="Arial"/>
                          <a:cs typeface="Arial"/>
                        </a:rPr>
                        <a:t>Says</a:t>
                      </a:r>
                      <a:r>
                        <a:rPr dirty="0" sz="275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114" b="1">
                          <a:latin typeface="Arial"/>
                          <a:cs typeface="Arial"/>
                        </a:rPr>
                        <a:t>(What</a:t>
                      </a:r>
                      <a:r>
                        <a:rPr dirty="0" sz="275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275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express)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</a:pPr>
                      <a:r>
                        <a:rPr dirty="0" sz="2750" b="1">
                          <a:latin typeface="Arial"/>
                          <a:cs typeface="Arial"/>
                        </a:rPr>
                        <a:t>"I</a:t>
                      </a:r>
                      <a:r>
                        <a:rPr dirty="0" sz="275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65" b="1">
                          <a:latin typeface="Arial"/>
                          <a:cs typeface="Arial"/>
                        </a:rPr>
                        <a:t>want</a:t>
                      </a:r>
                      <a:r>
                        <a:rPr dirty="0" sz="275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275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25" b="1">
                          <a:latin typeface="Arial"/>
                          <a:cs typeface="Arial"/>
                        </a:rPr>
                        <a:t>home</a:t>
                      </a:r>
                      <a:r>
                        <a:rPr dirty="0" sz="275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275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275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safe</a:t>
                      </a:r>
                      <a:r>
                        <a:rPr dirty="0" sz="275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275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275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leaks."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 marL="157480" marR="196850">
                        <a:lnSpc>
                          <a:spcPct val="115900"/>
                        </a:lnSpc>
                      </a:pPr>
                      <a:r>
                        <a:rPr dirty="0" sz="2750" b="1">
                          <a:latin typeface="Arial"/>
                          <a:cs typeface="Arial"/>
                        </a:rPr>
                        <a:t>"The</a:t>
                      </a:r>
                      <a:r>
                        <a:rPr dirty="0" sz="275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55" b="1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5" b="1">
                          <a:latin typeface="Arial"/>
                          <a:cs typeface="Arial"/>
                        </a:rPr>
                        <a:t>should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alert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me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immediately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leaks."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"It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5" b="1">
                          <a:latin typeface="Arial"/>
                          <a:cs typeface="Arial"/>
                        </a:rPr>
                        <a:t>should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55" b="1">
                          <a:latin typeface="Arial"/>
                          <a:cs typeface="Arial"/>
                        </a:rPr>
                        <a:t>easy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use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affordable."</a:t>
                      </a:r>
                      <a:endParaRPr sz="2750">
                        <a:latin typeface="Arial"/>
                        <a:cs typeface="Arial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2750" b="1">
                          <a:latin typeface="Arial"/>
                          <a:cs typeface="Arial"/>
                        </a:rPr>
                        <a:t>"It</a:t>
                      </a:r>
                      <a:r>
                        <a:rPr dirty="0" sz="275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35" b="1">
                          <a:latin typeface="Arial"/>
                          <a:cs typeface="Arial"/>
                        </a:rPr>
                        <a:t>should</a:t>
                      </a:r>
                      <a:r>
                        <a:rPr dirty="0" sz="275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help</a:t>
                      </a:r>
                      <a:r>
                        <a:rPr dirty="0" sz="275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prevent</a:t>
                      </a:r>
                      <a:r>
                        <a:rPr dirty="0" sz="275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70" b="1">
                          <a:latin typeface="Arial"/>
                          <a:cs typeface="Arial"/>
                        </a:rPr>
                        <a:t>accidents</a:t>
                      </a:r>
                      <a:r>
                        <a:rPr dirty="0" sz="275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before</a:t>
                      </a:r>
                      <a:r>
                        <a:rPr dirty="0" sz="275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b="1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275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750" spc="-10" b="1">
                          <a:latin typeface="Arial"/>
                          <a:cs typeface="Arial"/>
                        </a:rPr>
                        <a:t>happen."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338455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76225">
                        <a:lnSpc>
                          <a:spcPct val="100000"/>
                        </a:lnSpc>
                        <a:spcBef>
                          <a:spcPts val="2380"/>
                        </a:spcBef>
                      </a:pPr>
                      <a:r>
                        <a:rPr dirty="0" sz="3000" spc="-50" b="1">
                          <a:latin typeface="Arial"/>
                          <a:cs typeface="Arial"/>
                        </a:rPr>
                        <a:t>Feels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(Emotions)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381000" marR="9525">
                        <a:lnSpc>
                          <a:spcPct val="116700"/>
                        </a:lnSpc>
                      </a:pPr>
                      <a:r>
                        <a:rPr dirty="0" sz="3000" b="1">
                          <a:latin typeface="Arial"/>
                          <a:cs typeface="Arial"/>
                        </a:rPr>
                        <a:t>Worried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about</a:t>
                      </a:r>
                      <a:r>
                        <a:rPr dirty="0" sz="30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4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leakage</a:t>
                      </a:r>
                      <a:r>
                        <a:rPr dirty="0" sz="30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30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accidents. </a:t>
                      </a:r>
                      <a:r>
                        <a:rPr dirty="0" sz="3000" spc="60" b="1">
                          <a:latin typeface="Arial"/>
                          <a:cs typeface="Arial"/>
                        </a:rPr>
                        <a:t>Wants</a:t>
                      </a:r>
                      <a:r>
                        <a:rPr dirty="0" sz="30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safety</a:t>
                      </a:r>
                      <a:r>
                        <a:rPr dirty="0" sz="30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30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peace</a:t>
                      </a:r>
                      <a:r>
                        <a:rPr dirty="0" sz="30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30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mind.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381000" marR="614680">
                        <a:lnSpc>
                          <a:spcPts val="4200"/>
                        </a:lnSpc>
                        <a:spcBef>
                          <a:spcPts val="240"/>
                        </a:spcBef>
                      </a:pPr>
                      <a:r>
                        <a:rPr dirty="0" sz="3000" spc="-50" b="1">
                          <a:latin typeface="Arial"/>
                          <a:cs typeface="Arial"/>
                        </a:rPr>
                        <a:t>Feels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95" b="1">
                          <a:latin typeface="Arial"/>
                          <a:cs typeface="Arial"/>
                        </a:rPr>
                        <a:t>secure</a:t>
                      </a:r>
                      <a:r>
                        <a:rPr dirty="0" sz="30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30" b="1">
                          <a:latin typeface="Arial"/>
                          <a:cs typeface="Arial"/>
                        </a:rPr>
                        <a:t>automatic</a:t>
                      </a:r>
                      <a:r>
                        <a:rPr dirty="0" sz="30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4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30" b="1">
                          <a:latin typeface="Arial"/>
                          <a:cs typeface="Arial"/>
                        </a:rPr>
                        <a:t>detection. Confident</a:t>
                      </a:r>
                      <a:r>
                        <a:rPr dirty="0" sz="3000" spc="-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instant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alerts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received.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B="0" marT="302260">
                    <a:lnL w="5715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7720">
                <a:tc>
                  <a:txBody>
                    <a:bodyPr/>
                    <a:lstStyle/>
                    <a:p>
                      <a:pPr algn="ctr" marR="43180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3000" spc="-70" b="1">
                          <a:latin typeface="Arial"/>
                          <a:cs typeface="Arial"/>
                        </a:rPr>
                        <a:t>Thinks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55" b="1">
                          <a:latin typeface="Arial"/>
                          <a:cs typeface="Arial"/>
                        </a:rPr>
                        <a:t>(What's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2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their</a:t>
                      </a:r>
                      <a:r>
                        <a:rPr dirty="0" sz="3000" spc="-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mind)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500380" marR="285115">
                        <a:lnSpc>
                          <a:spcPct val="116700"/>
                        </a:lnSpc>
                      </a:pPr>
                      <a:r>
                        <a:rPr dirty="0" sz="3000" spc="-1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there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reliable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way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detect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4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20" b="1">
                          <a:latin typeface="Arial"/>
                          <a:cs typeface="Arial"/>
                        </a:rPr>
                        <a:t>leaks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early? </a:t>
                      </a:r>
                      <a:r>
                        <a:rPr dirty="0" sz="3000" spc="160" b="1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30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60" b="1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alert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me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2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30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time?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5003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3000" spc="-40" b="1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30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protect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my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family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30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property?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5003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3000" spc="160" b="1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reduce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55" b="1"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70" b="1">
                          <a:latin typeface="Arial"/>
                          <a:cs typeface="Arial"/>
                        </a:rPr>
                        <a:t>explosions</a:t>
                      </a:r>
                      <a:r>
                        <a:rPr dirty="0" sz="30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30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000" spc="-10" b="1">
                          <a:latin typeface="Arial"/>
                          <a:cs typeface="Arial"/>
                        </a:rPr>
                        <a:t>fire?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B="0" marT="206375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912745">
                        <a:lnSpc>
                          <a:spcPct val="100000"/>
                        </a:lnSpc>
                      </a:pPr>
                      <a:r>
                        <a:rPr dirty="0" sz="2800" spc="-40" b="1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28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0" b="1">
                          <a:latin typeface="Arial"/>
                          <a:cs typeface="Arial"/>
                        </a:rPr>
                        <a:t>(Actions</a:t>
                      </a:r>
                      <a:r>
                        <a:rPr dirty="0" sz="28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28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10" b="1">
                          <a:latin typeface="Arial"/>
                          <a:cs typeface="Arial"/>
                        </a:rPr>
                        <a:t>Behavior)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775335" marR="459740">
                        <a:lnSpc>
                          <a:spcPct val="116100"/>
                        </a:lnSpc>
                      </a:pPr>
                      <a:r>
                        <a:rPr dirty="0" sz="2800" spc="-130" b="1">
                          <a:latin typeface="Arial"/>
                          <a:cs typeface="Arial"/>
                        </a:rPr>
                        <a:t>Checks</a:t>
                      </a:r>
                      <a:r>
                        <a:rPr dirty="0" sz="28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800" spc="-1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2800" spc="-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45" b="1">
                          <a:latin typeface="Arial"/>
                          <a:cs typeface="Arial"/>
                        </a:rPr>
                        <a:t>cylinder</a:t>
                      </a:r>
                      <a:r>
                        <a:rPr dirty="0" sz="2800" spc="-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2800" spc="-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0" b="1">
                          <a:latin typeface="Arial"/>
                          <a:cs typeface="Arial"/>
                        </a:rPr>
                        <a:t>stove</a:t>
                      </a:r>
                      <a:r>
                        <a:rPr dirty="0" sz="2800" spc="-1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10" b="1">
                          <a:latin typeface="Arial"/>
                          <a:cs typeface="Arial"/>
                        </a:rPr>
                        <a:t>regularly. </a:t>
                      </a:r>
                      <a:r>
                        <a:rPr dirty="0" sz="2800" spc="-60" b="1">
                          <a:latin typeface="Arial"/>
                          <a:cs typeface="Arial"/>
                        </a:rPr>
                        <a:t>Turns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2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gas </a:t>
                      </a:r>
                      <a:r>
                        <a:rPr dirty="0" sz="2800" spc="-40" b="1">
                          <a:latin typeface="Arial"/>
                          <a:cs typeface="Arial"/>
                        </a:rPr>
                        <a:t>supply</a:t>
                      </a:r>
                      <a:r>
                        <a:rPr dirty="0" sz="2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20" b="1">
                          <a:latin typeface="Arial"/>
                          <a:cs typeface="Arial"/>
                        </a:rPr>
                        <a:t>use.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170815" marR="982344" indent="603885">
                        <a:lnSpc>
                          <a:spcPts val="3900"/>
                        </a:lnSpc>
                        <a:spcBef>
                          <a:spcPts val="20"/>
                        </a:spcBef>
                      </a:pPr>
                      <a:r>
                        <a:rPr dirty="0" sz="2800" spc="-55" b="1">
                          <a:latin typeface="Arial"/>
                          <a:cs typeface="Arial"/>
                        </a:rPr>
                        <a:t>Opens</a:t>
                      </a:r>
                      <a:r>
                        <a:rPr dirty="0" sz="280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75" b="1">
                          <a:latin typeface="Arial"/>
                          <a:cs typeface="Arial"/>
                        </a:rPr>
                        <a:t>doors</a:t>
                      </a:r>
                      <a:r>
                        <a:rPr dirty="0" sz="28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280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windows</a:t>
                      </a:r>
                      <a:r>
                        <a:rPr dirty="0" sz="28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280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gas</a:t>
                      </a:r>
                      <a:r>
                        <a:rPr dirty="0" sz="2800" spc="-1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smell</a:t>
                      </a:r>
                      <a:r>
                        <a:rPr dirty="0" sz="2800" spc="-114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25" b="1">
                          <a:latin typeface="Arial"/>
                          <a:cs typeface="Arial"/>
                        </a:rPr>
                        <a:t>is </a:t>
                      </a:r>
                      <a:r>
                        <a:rPr dirty="0" sz="2800" spc="-10" b="1">
                          <a:latin typeface="Arial"/>
                          <a:cs typeface="Arial"/>
                        </a:rPr>
                        <a:t>detects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5715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4829174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5314949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5800724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628649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7260" y="4499589"/>
            <a:ext cx="123824" cy="1238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7260" y="5032989"/>
            <a:ext cx="123824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7260" y="5566389"/>
            <a:ext cx="123824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7260" y="6099789"/>
            <a:ext cx="123824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53" y="8276787"/>
            <a:ext cx="123824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53" y="8810187"/>
            <a:ext cx="123824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53" y="9343587"/>
            <a:ext cx="123824" cy="1238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53" y="9876987"/>
            <a:ext cx="123824" cy="1238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491" y="8482786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491" y="8978086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491" y="9473386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86100"/>
            <a:ext cx="18288000" cy="7068820"/>
            <a:chOff x="0" y="3086100"/>
            <a:chExt cx="18288000" cy="7068820"/>
          </a:xfrm>
        </p:grpSpPr>
        <p:sp>
          <p:nvSpPr>
            <p:cNvPr id="3" name="object 3"/>
            <p:cNvSpPr/>
            <p:nvPr/>
          </p:nvSpPr>
          <p:spPr>
            <a:xfrm>
              <a:off x="19037" y="3124212"/>
              <a:ext cx="18249900" cy="6992620"/>
            </a:xfrm>
            <a:custGeom>
              <a:avLst/>
              <a:gdLst/>
              <a:ahLst/>
              <a:cxnLst/>
              <a:rect l="l" t="t" r="r" b="b"/>
              <a:pathLst>
                <a:path w="18249900" h="6992620">
                  <a:moveTo>
                    <a:pt x="18249900" y="0"/>
                  </a:moveTo>
                  <a:lnTo>
                    <a:pt x="9750704" y="0"/>
                  </a:lnTo>
                  <a:lnTo>
                    <a:pt x="0" y="0"/>
                  </a:lnTo>
                  <a:lnTo>
                    <a:pt x="0" y="6992302"/>
                  </a:lnTo>
                  <a:lnTo>
                    <a:pt x="9750704" y="6992302"/>
                  </a:lnTo>
                  <a:lnTo>
                    <a:pt x="18249900" y="6992302"/>
                  </a:lnTo>
                  <a:lnTo>
                    <a:pt x="18249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3105149"/>
              <a:ext cx="18288000" cy="7030720"/>
            </a:xfrm>
            <a:custGeom>
              <a:avLst/>
              <a:gdLst/>
              <a:ahLst/>
              <a:cxnLst/>
              <a:rect l="l" t="t" r="r" b="b"/>
              <a:pathLst>
                <a:path w="18288000" h="7030720">
                  <a:moveTo>
                    <a:pt x="19049" y="19049"/>
                  </a:moveTo>
                  <a:lnTo>
                    <a:pt x="19049" y="7011355"/>
                  </a:lnTo>
                </a:path>
                <a:path w="18288000" h="7030720">
                  <a:moveTo>
                    <a:pt x="9769744" y="19049"/>
                  </a:moveTo>
                  <a:lnTo>
                    <a:pt x="9769744" y="7011355"/>
                  </a:lnTo>
                </a:path>
                <a:path w="18288000" h="7030720">
                  <a:moveTo>
                    <a:pt x="18268948" y="19049"/>
                  </a:moveTo>
                  <a:lnTo>
                    <a:pt x="18268948" y="7011355"/>
                  </a:lnTo>
                </a:path>
                <a:path w="18288000" h="7030720">
                  <a:moveTo>
                    <a:pt x="0" y="0"/>
                  </a:moveTo>
                  <a:lnTo>
                    <a:pt x="18287998" y="0"/>
                  </a:lnTo>
                </a:path>
                <a:path w="18288000" h="7030720">
                  <a:moveTo>
                    <a:pt x="0" y="3736876"/>
                  </a:moveTo>
                  <a:lnTo>
                    <a:pt x="18287998" y="3736876"/>
                  </a:lnTo>
                </a:path>
                <a:path w="18288000" h="7030720">
                  <a:moveTo>
                    <a:pt x="0" y="7030405"/>
                  </a:moveTo>
                  <a:lnTo>
                    <a:pt x="18287998" y="703040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4" y="4305299"/>
              <a:ext cx="123824" cy="123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4" y="5372099"/>
              <a:ext cx="123824" cy="123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4" y="6438899"/>
              <a:ext cx="123824" cy="123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257" y="4715352"/>
              <a:ext cx="123824" cy="123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257" y="5248752"/>
              <a:ext cx="123824" cy="123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257" y="5782152"/>
              <a:ext cx="123824" cy="123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5257" y="6315552"/>
              <a:ext cx="123824" cy="123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637" y="7962899"/>
              <a:ext cx="123824" cy="1238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637" y="8496299"/>
              <a:ext cx="123824" cy="123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637" y="9029699"/>
              <a:ext cx="123824" cy="123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637" y="9563099"/>
              <a:ext cx="123824" cy="1238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3119" y="7962899"/>
              <a:ext cx="123824" cy="1238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3119" y="8496299"/>
              <a:ext cx="123824" cy="1238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3119" y="9029699"/>
              <a:ext cx="123824" cy="123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3119" y="9563099"/>
              <a:ext cx="123824" cy="123824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354096" y="193661"/>
            <a:ext cx="16831310" cy="1358900"/>
          </a:xfrm>
          <a:prstGeom prst="rect"/>
        </p:spPr>
        <p:txBody>
          <a:bodyPr wrap="square" lIns="0" tIns="1003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3800" spc="-50"/>
              <a:t>Empathy</a:t>
            </a:r>
            <a:r>
              <a:rPr dirty="0" sz="3800" spc="-95"/>
              <a:t> </a:t>
            </a:r>
            <a:r>
              <a:rPr dirty="0" sz="3800"/>
              <a:t>Map</a:t>
            </a:r>
            <a:r>
              <a:rPr dirty="0" sz="3800" spc="-95"/>
              <a:t> </a:t>
            </a:r>
            <a:r>
              <a:rPr dirty="0" sz="3800"/>
              <a:t>for</a:t>
            </a:r>
            <a:r>
              <a:rPr dirty="0" sz="3800" spc="-95"/>
              <a:t> </a:t>
            </a:r>
            <a:r>
              <a:rPr dirty="0" sz="3800" spc="-75"/>
              <a:t>Environment</a:t>
            </a:r>
            <a:r>
              <a:rPr dirty="0" sz="3800" spc="-95"/>
              <a:t> </a:t>
            </a:r>
            <a:r>
              <a:rPr dirty="0" sz="3800" spc="135"/>
              <a:t>/</a:t>
            </a:r>
            <a:r>
              <a:rPr dirty="0" sz="3800" spc="-95"/>
              <a:t> </a:t>
            </a:r>
            <a:r>
              <a:rPr dirty="0" sz="3800" spc="-10"/>
              <a:t>Users</a:t>
            </a:r>
            <a:endParaRPr sz="3800"/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3800"/>
              <a:t>(Home</a:t>
            </a:r>
            <a:r>
              <a:rPr dirty="0" sz="3800" spc="-170"/>
              <a:t> </a:t>
            </a:r>
            <a:r>
              <a:rPr dirty="0" sz="3800" spc="-105"/>
              <a:t>Users,</a:t>
            </a:r>
            <a:r>
              <a:rPr dirty="0" sz="3800" spc="-155"/>
              <a:t> </a:t>
            </a:r>
            <a:r>
              <a:rPr dirty="0" sz="3800" spc="-75"/>
              <a:t>Families,</a:t>
            </a:r>
            <a:r>
              <a:rPr dirty="0" sz="3800" spc="-150"/>
              <a:t> </a:t>
            </a:r>
            <a:r>
              <a:rPr dirty="0" sz="3800" spc="-65"/>
              <a:t>Restaurants,</a:t>
            </a:r>
            <a:r>
              <a:rPr dirty="0" sz="3800" spc="-155"/>
              <a:t> </a:t>
            </a:r>
            <a:r>
              <a:rPr dirty="0" sz="3800"/>
              <a:t>Hotels,</a:t>
            </a:r>
            <a:r>
              <a:rPr dirty="0" sz="3800" spc="-150"/>
              <a:t> </a:t>
            </a:r>
            <a:r>
              <a:rPr dirty="0" sz="3800"/>
              <a:t>and</a:t>
            </a:r>
            <a:r>
              <a:rPr dirty="0" sz="3800" spc="-155"/>
              <a:t> </a:t>
            </a:r>
            <a:r>
              <a:rPr dirty="0" sz="3800" spc="-70"/>
              <a:t>Industries</a:t>
            </a:r>
            <a:r>
              <a:rPr dirty="0" sz="3800" spc="-155"/>
              <a:t> </a:t>
            </a:r>
            <a:r>
              <a:rPr dirty="0" sz="3800" spc="-75"/>
              <a:t>Using</a:t>
            </a:r>
            <a:r>
              <a:rPr dirty="0" sz="3800" spc="-150"/>
              <a:t> </a:t>
            </a:r>
            <a:r>
              <a:rPr dirty="0" sz="3800" spc="-125"/>
              <a:t>LPG</a:t>
            </a:r>
            <a:r>
              <a:rPr dirty="0" sz="3800" spc="-140"/>
              <a:t> </a:t>
            </a:r>
            <a:r>
              <a:rPr dirty="0" sz="3800" spc="-20"/>
              <a:t>Gas)</a:t>
            </a:r>
            <a:endParaRPr sz="3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768" y="2336089"/>
            <a:ext cx="15687674" cy="7524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6884">
              <a:lnSpc>
                <a:spcPct val="100000"/>
              </a:lnSpc>
              <a:spcBef>
                <a:spcPts val="100"/>
              </a:spcBef>
            </a:pPr>
            <a:r>
              <a:rPr dirty="0" sz="6400" spc="-235"/>
              <a:t>EXPERIENCE</a:t>
            </a:r>
            <a:r>
              <a:rPr dirty="0" sz="6400" spc="-175"/>
              <a:t> </a:t>
            </a:r>
            <a:r>
              <a:rPr dirty="0" sz="6400" spc="30"/>
              <a:t>MAP</a:t>
            </a:r>
            <a:endParaRPr sz="6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36294">
              <a:lnSpc>
                <a:spcPct val="100000"/>
              </a:lnSpc>
              <a:spcBef>
                <a:spcPts val="100"/>
              </a:spcBef>
            </a:pPr>
            <a:r>
              <a:rPr dirty="0" sz="5500" spc="-35"/>
              <a:t>UNDERSTANDING</a:t>
            </a:r>
            <a:endParaRPr sz="5500"/>
          </a:p>
        </p:txBody>
      </p:sp>
      <p:sp>
        <p:nvSpPr>
          <p:cNvPr id="3" name="object 3"/>
          <p:cNvSpPr txBox="1"/>
          <p:nvPr/>
        </p:nvSpPr>
        <p:spPr>
          <a:xfrm>
            <a:off x="1145331" y="2228214"/>
            <a:ext cx="14599285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dirty="0" sz="3000" spc="-75" b="1">
                <a:latin typeface="Arial"/>
                <a:cs typeface="Arial"/>
              </a:rPr>
              <a:t>fi.Gas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major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14" b="1">
                <a:latin typeface="Arial"/>
                <a:cs typeface="Arial"/>
              </a:rPr>
              <a:t>cause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fires,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80" b="1">
                <a:latin typeface="Arial"/>
                <a:cs typeface="Arial"/>
              </a:rPr>
              <a:t>explosions,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health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hazards.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397510" indent="-322580">
              <a:lnSpc>
                <a:spcPct val="100000"/>
              </a:lnSpc>
              <a:buSzPct val="96666"/>
              <a:buAutoNum type="arabicPeriod" startAt="2"/>
              <a:tabLst>
                <a:tab pos="397510" algn="l"/>
              </a:tabLst>
            </a:pPr>
            <a:r>
              <a:rPr dirty="0" sz="3000" spc="-10" b="1">
                <a:latin typeface="Arial"/>
                <a:cs typeface="Arial"/>
              </a:rPr>
              <a:t>Early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detection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essential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accidents.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  <a:buFont typeface="Arial"/>
              <a:buAutoNum type="arabicPeriod" startAt="2"/>
            </a:pPr>
            <a:endParaRPr sz="3000">
              <a:latin typeface="Arial"/>
              <a:cs typeface="Arial"/>
            </a:endParaRPr>
          </a:p>
          <a:p>
            <a:pPr marL="335280" indent="-322580">
              <a:lnSpc>
                <a:spcPct val="100000"/>
              </a:lnSpc>
              <a:buSzPct val="96666"/>
              <a:buAutoNum type="arabicPeriod" startAt="2"/>
              <a:tabLst>
                <a:tab pos="335280" algn="l"/>
              </a:tabLst>
            </a:pPr>
            <a:r>
              <a:rPr dirty="0" sz="3000" b="1">
                <a:latin typeface="Arial"/>
                <a:cs typeface="Arial"/>
              </a:rPr>
              <a:t>Many</a:t>
            </a:r>
            <a:r>
              <a:rPr dirty="0" sz="3000" spc="-155" b="1">
                <a:latin typeface="Arial"/>
                <a:cs typeface="Arial"/>
              </a:rPr>
              <a:t> </a:t>
            </a:r>
            <a:r>
              <a:rPr dirty="0" sz="3000" spc="-85" b="1">
                <a:latin typeface="Arial"/>
                <a:cs typeface="Arial"/>
              </a:rPr>
              <a:t>homes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industries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lack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affordable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safety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systems.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595630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4.A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monitoring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can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75" b="1">
                <a:latin typeface="Arial"/>
                <a:cs typeface="Arial"/>
              </a:rPr>
              <a:t>continuously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provide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instant</a:t>
            </a:r>
            <a:endParaRPr sz="3000">
              <a:latin typeface="Arial"/>
              <a:cs typeface="Arial"/>
            </a:endParaRPr>
          </a:p>
          <a:p>
            <a:pPr marL="6444615">
              <a:lnSpc>
                <a:spcPct val="100000"/>
              </a:lnSpc>
              <a:spcBef>
                <a:spcPts val="600"/>
              </a:spcBef>
            </a:pPr>
            <a:r>
              <a:rPr dirty="0" sz="3000" spc="-10" b="1">
                <a:latin typeface="Arial"/>
                <a:cs typeface="Arial"/>
              </a:rPr>
              <a:t>alerts.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957" y="7028814"/>
            <a:ext cx="112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85"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2882" y="6952614"/>
            <a:ext cx="1387538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67255" marR="5080" indent="-2155190">
              <a:lnSpc>
                <a:spcPct val="116700"/>
              </a:lnSpc>
              <a:spcBef>
                <a:spcPts val="95"/>
              </a:spcBef>
            </a:pPr>
            <a:r>
              <a:rPr dirty="0" sz="3000" spc="145">
                <a:latin typeface="Tahoma"/>
                <a:cs typeface="Tahoma"/>
              </a:rPr>
              <a:t>5</a:t>
            </a:r>
            <a:r>
              <a:rPr dirty="0" sz="3000" spc="-235">
                <a:latin typeface="Tahoma"/>
                <a:cs typeface="Tahoma"/>
              </a:rPr>
              <a:t> </a:t>
            </a:r>
            <a:r>
              <a:rPr dirty="0" sz="3000" spc="-25" b="1">
                <a:latin typeface="Arial"/>
                <a:cs typeface="Arial"/>
              </a:rPr>
              <a:t>.Automatic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safety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85" b="1">
                <a:latin typeface="Arial"/>
                <a:cs typeface="Arial"/>
              </a:rPr>
              <a:t>actions,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65" b="1">
                <a:latin typeface="Arial"/>
                <a:cs typeface="Arial"/>
              </a:rPr>
              <a:t>such</a:t>
            </a:r>
            <a:r>
              <a:rPr dirty="0" sz="3000" spc="-45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as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turning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off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55" b="1">
                <a:latin typeface="Arial"/>
                <a:cs typeface="Arial"/>
              </a:rPr>
              <a:t>supply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or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activating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an </a:t>
            </a:r>
            <a:r>
              <a:rPr dirty="0" sz="3000" spc="-35" b="1">
                <a:latin typeface="Arial"/>
                <a:cs typeface="Arial"/>
              </a:rPr>
              <a:t>exhaust</a:t>
            </a:r>
            <a:r>
              <a:rPr dirty="0" sz="3000" spc="-17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fan,</a:t>
            </a:r>
            <a:r>
              <a:rPr dirty="0" sz="3000" spc="-16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can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reduce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damage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save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lives.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446" y="8629014"/>
            <a:ext cx="112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85">
                <a:latin typeface="Tahoma"/>
                <a:cs typeface="Tahoma"/>
              </a:rPr>
              <a:t>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7974" y="8552814"/>
            <a:ext cx="13561694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0" marR="5080" indent="-3556635">
              <a:lnSpc>
                <a:spcPct val="116700"/>
              </a:lnSpc>
              <a:spcBef>
                <a:spcPts val="95"/>
              </a:spcBef>
            </a:pPr>
            <a:r>
              <a:rPr dirty="0" sz="3000">
                <a:latin typeface="Tahoma"/>
                <a:cs typeface="Tahoma"/>
              </a:rPr>
              <a:t>6</a:t>
            </a:r>
            <a:r>
              <a:rPr dirty="0" sz="3000" b="1">
                <a:latin typeface="Arial"/>
                <a:cs typeface="Arial"/>
              </a:rPr>
              <a:t>.The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project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aims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safety,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reduce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risks,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provide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reliable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gas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7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monitoring</a:t>
            </a:r>
            <a:r>
              <a:rPr dirty="0" sz="3000" spc="-17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solution.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2290" y="962056"/>
            <a:ext cx="2503805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105"/>
              <a:t>DEFINE</a:t>
            </a:r>
            <a:endParaRPr sz="5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2493819"/>
            <a:ext cx="123824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4094019"/>
            <a:ext cx="123824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6227619"/>
            <a:ext cx="123824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4" y="7827819"/>
            <a:ext cx="123824" cy="1238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955" y="2214419"/>
            <a:ext cx="17832070" cy="6959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19734">
              <a:lnSpc>
                <a:spcPct val="100000"/>
              </a:lnSpc>
              <a:spcBef>
                <a:spcPts val="700"/>
              </a:spcBef>
            </a:pPr>
            <a:r>
              <a:rPr dirty="0" sz="3000" spc="90" b="1">
                <a:latin typeface="Arial"/>
                <a:cs typeface="Arial"/>
              </a:rPr>
              <a:t>Who</a:t>
            </a:r>
            <a:r>
              <a:rPr dirty="0" sz="3000" spc="-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was</a:t>
            </a:r>
            <a:r>
              <a:rPr dirty="0" sz="3000" spc="-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involved?</a:t>
            </a:r>
            <a:endParaRPr sz="3000">
              <a:latin typeface="Arial"/>
              <a:cs typeface="Arial"/>
            </a:endParaRPr>
          </a:p>
          <a:p>
            <a:pPr marL="313055">
              <a:lnSpc>
                <a:spcPct val="100000"/>
              </a:lnSpc>
              <a:spcBef>
                <a:spcPts val="600"/>
              </a:spcBef>
            </a:pPr>
            <a:r>
              <a:rPr dirty="0" sz="3000" spc="-25" b="1">
                <a:latin typeface="Arial"/>
                <a:cs typeface="Arial"/>
              </a:rPr>
              <a:t>ANS:</a:t>
            </a:r>
            <a:r>
              <a:rPr dirty="0" sz="3000" spc="-175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House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owners,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families,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restaurant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staff,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industries,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LPG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users,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maintenance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personnel.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419734">
              <a:lnSpc>
                <a:spcPct val="100000"/>
              </a:lnSpc>
            </a:pPr>
            <a:r>
              <a:rPr dirty="0" sz="3000" spc="125" b="1">
                <a:latin typeface="Arial"/>
                <a:cs typeface="Arial"/>
              </a:rPr>
              <a:t>What</a:t>
            </a:r>
            <a:r>
              <a:rPr dirty="0" sz="3000" spc="-2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happened?</a:t>
            </a:r>
            <a:endParaRPr sz="3000">
              <a:latin typeface="Arial"/>
              <a:cs typeface="Arial"/>
            </a:endParaRPr>
          </a:p>
          <a:p>
            <a:pPr marL="5300980" marR="387350" indent="-4906645">
              <a:lnSpc>
                <a:spcPts val="4200"/>
              </a:lnSpc>
              <a:spcBef>
                <a:spcPts val="240"/>
              </a:spcBef>
            </a:pPr>
            <a:r>
              <a:rPr dirty="0" sz="3000" spc="-25" b="1">
                <a:latin typeface="Arial"/>
                <a:cs typeface="Arial"/>
              </a:rPr>
              <a:t>ANS:</a:t>
            </a:r>
            <a:r>
              <a:rPr dirty="0" sz="3000" spc="-15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Gas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may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40" b="1">
                <a:latin typeface="Arial"/>
                <a:cs typeface="Arial"/>
              </a:rPr>
              <a:t>occur</a:t>
            </a:r>
            <a:r>
              <a:rPr dirty="0" sz="3000" spc="-7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due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damaged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55" b="1">
                <a:latin typeface="Arial"/>
                <a:cs typeface="Arial"/>
              </a:rPr>
              <a:t>pipelines,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loose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cylinder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connections,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or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faulty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gas </a:t>
            </a:r>
            <a:r>
              <a:rPr dirty="0" sz="3000" spc="-65" b="1">
                <a:latin typeface="Arial"/>
                <a:cs typeface="Arial"/>
              </a:rPr>
              <a:t>appliances,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creating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serious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safety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risk.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3000">
              <a:latin typeface="Arial"/>
              <a:cs typeface="Arial"/>
            </a:endParaRPr>
          </a:p>
          <a:p>
            <a:pPr marL="522605">
              <a:lnSpc>
                <a:spcPct val="100000"/>
              </a:lnSpc>
            </a:pPr>
            <a:r>
              <a:rPr dirty="0" sz="3000" spc="60" b="1">
                <a:latin typeface="Arial"/>
                <a:cs typeface="Arial"/>
              </a:rPr>
              <a:t>When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did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occur?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25" b="1">
                <a:latin typeface="Arial"/>
                <a:cs typeface="Arial"/>
              </a:rPr>
              <a:t>ANS:</a:t>
            </a:r>
            <a:r>
              <a:rPr dirty="0" sz="3000" spc="-16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During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cooking,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cylinder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replacement,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equipment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failure,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or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accidental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leakage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55" b="1">
                <a:latin typeface="Arial"/>
                <a:cs typeface="Arial"/>
              </a:rPr>
              <a:t>at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any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time.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000">
              <a:latin typeface="Arial"/>
              <a:cs typeface="Arial"/>
            </a:endParaRPr>
          </a:p>
          <a:p>
            <a:pPr marL="419734">
              <a:lnSpc>
                <a:spcPct val="100000"/>
              </a:lnSpc>
            </a:pPr>
            <a:r>
              <a:rPr dirty="0" sz="3000" spc="60" b="1">
                <a:latin typeface="Arial"/>
                <a:cs typeface="Arial"/>
              </a:rPr>
              <a:t>Where</a:t>
            </a:r>
            <a:r>
              <a:rPr dirty="0" sz="3000" spc="-5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did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it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happen?</a:t>
            </a:r>
            <a:endParaRPr sz="3000">
              <a:latin typeface="Arial"/>
              <a:cs typeface="Arial"/>
            </a:endParaRPr>
          </a:p>
          <a:p>
            <a:pPr marL="7030084" marR="252729" indent="-6769734">
              <a:lnSpc>
                <a:spcPts val="4200"/>
              </a:lnSpc>
              <a:spcBef>
                <a:spcPts val="100"/>
              </a:spcBef>
            </a:pPr>
            <a:r>
              <a:rPr dirty="0" sz="3000" spc="-25" b="1">
                <a:latin typeface="Arial"/>
                <a:cs typeface="Arial"/>
              </a:rPr>
              <a:t>ANS:</a:t>
            </a:r>
            <a:r>
              <a:rPr dirty="0" sz="3000" spc="-14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Homes,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hotels,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restaurants,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laboratories,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industries,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commercial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buildings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where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LPG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or </a:t>
            </a:r>
            <a:r>
              <a:rPr dirty="0" sz="3000" b="1">
                <a:latin typeface="Arial"/>
                <a:cs typeface="Arial"/>
              </a:rPr>
              <a:t>other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85" b="1">
                <a:latin typeface="Arial"/>
                <a:cs typeface="Arial"/>
              </a:rPr>
              <a:t>gases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used.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9374" y="1972120"/>
            <a:ext cx="6934199" cy="6343649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1301789" y="476599"/>
            <a:ext cx="3329304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35" b="1">
                <a:latin typeface="Arial"/>
                <a:cs typeface="Arial"/>
              </a:rPr>
              <a:t>IDEATION</a:t>
            </a:r>
            <a:endParaRPr sz="5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2" y="3334669"/>
            <a:ext cx="190500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2" y="4134769"/>
            <a:ext cx="190500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2" y="4934869"/>
            <a:ext cx="190500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61077" y="2921920"/>
            <a:ext cx="3957954" cy="2425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4500" spc="-60" b="1">
                <a:latin typeface="Arial"/>
                <a:cs typeface="Arial"/>
              </a:rPr>
              <a:t>Brain</a:t>
            </a:r>
            <a:r>
              <a:rPr dirty="0" sz="4500" spc="-225" b="1">
                <a:latin typeface="Arial"/>
                <a:cs typeface="Arial"/>
              </a:rPr>
              <a:t> </a:t>
            </a:r>
            <a:r>
              <a:rPr dirty="0" sz="4500" spc="-10" b="1">
                <a:latin typeface="Arial"/>
                <a:cs typeface="Arial"/>
              </a:rPr>
              <a:t>writing </a:t>
            </a:r>
            <a:r>
              <a:rPr dirty="0" sz="4500" spc="-60" b="1">
                <a:latin typeface="Arial"/>
                <a:cs typeface="Arial"/>
              </a:rPr>
              <a:t>Brine</a:t>
            </a:r>
            <a:r>
              <a:rPr dirty="0" sz="4500" spc="-225" b="1">
                <a:latin typeface="Arial"/>
                <a:cs typeface="Arial"/>
              </a:rPr>
              <a:t> </a:t>
            </a:r>
            <a:r>
              <a:rPr dirty="0" sz="4500" spc="-75" b="1">
                <a:latin typeface="Arial"/>
                <a:cs typeface="Arial"/>
              </a:rPr>
              <a:t>stroming </a:t>
            </a:r>
            <a:r>
              <a:rPr dirty="0" sz="4500" spc="65" b="1">
                <a:latin typeface="Arial"/>
                <a:cs typeface="Arial"/>
              </a:rPr>
              <a:t>Dot</a:t>
            </a:r>
            <a:r>
              <a:rPr dirty="0" sz="4500" spc="-35" b="1">
                <a:latin typeface="Arial"/>
                <a:cs typeface="Arial"/>
              </a:rPr>
              <a:t> </a:t>
            </a:r>
            <a:r>
              <a:rPr dirty="0" sz="4500" spc="-10" b="1">
                <a:latin typeface="Arial"/>
                <a:cs typeface="Arial"/>
              </a:rPr>
              <a:t>voting</a:t>
            </a:r>
            <a:endParaRPr sz="4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7152" y="638238"/>
            <a:ext cx="44246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BRAIN</a:t>
            </a:r>
            <a:r>
              <a:rPr dirty="0" sz="4400" spc="-225"/>
              <a:t> </a:t>
            </a:r>
            <a:r>
              <a:rPr dirty="0" sz="4400" spc="60"/>
              <a:t>WRITING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49873" y="1225521"/>
            <a:ext cx="17630775" cy="7988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05435" marR="3448050">
              <a:lnSpc>
                <a:spcPct val="116300"/>
              </a:lnSpc>
              <a:spcBef>
                <a:spcPts val="95"/>
              </a:spcBef>
            </a:pPr>
            <a:r>
              <a:rPr dirty="0" sz="3350" spc="-20" b="1">
                <a:latin typeface="Arial"/>
                <a:cs typeface="Arial"/>
              </a:rPr>
              <a:t>Collect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data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from</a:t>
            </a:r>
            <a:r>
              <a:rPr dirty="0" sz="3350" spc="-60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team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spc="-70" b="1">
                <a:latin typeface="Arial"/>
                <a:cs typeface="Arial"/>
              </a:rPr>
              <a:t>memberson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spc="-55" b="1">
                <a:latin typeface="Arial"/>
                <a:cs typeface="Arial"/>
              </a:rPr>
              <a:t>improving</a:t>
            </a:r>
            <a:r>
              <a:rPr dirty="0" sz="3350" spc="-60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the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way</a:t>
            </a:r>
            <a:r>
              <a:rPr dirty="0" sz="3350" spc="-65" b="1">
                <a:latin typeface="Arial"/>
                <a:cs typeface="Arial"/>
              </a:rPr>
              <a:t> </a:t>
            </a:r>
            <a:r>
              <a:rPr dirty="0" sz="3350" spc="-80" b="1">
                <a:latin typeface="Arial"/>
                <a:cs typeface="Arial"/>
              </a:rPr>
              <a:t>computers</a:t>
            </a:r>
            <a:r>
              <a:rPr dirty="0" sz="3350" spc="-60" b="1">
                <a:latin typeface="Arial"/>
                <a:cs typeface="Arial"/>
              </a:rPr>
              <a:t> </a:t>
            </a:r>
            <a:r>
              <a:rPr dirty="0" sz="3350" spc="-25" b="1">
                <a:latin typeface="Arial"/>
                <a:cs typeface="Arial"/>
              </a:rPr>
              <a:t>and </a:t>
            </a:r>
            <a:r>
              <a:rPr dirty="0" sz="3350" spc="-30" b="1">
                <a:latin typeface="Arial"/>
                <a:cs typeface="Arial"/>
              </a:rPr>
              <a:t>presentation</a:t>
            </a:r>
            <a:r>
              <a:rPr dirty="0" sz="3350" spc="-55" b="1">
                <a:latin typeface="Arial"/>
                <a:cs typeface="Arial"/>
              </a:rPr>
              <a:t> </a:t>
            </a:r>
            <a:r>
              <a:rPr dirty="0" sz="3350" spc="-25" b="1">
                <a:latin typeface="Arial"/>
                <a:cs typeface="Arial"/>
              </a:rPr>
              <a:t>controlled</a:t>
            </a:r>
            <a:r>
              <a:rPr dirty="0" sz="3350" spc="-55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without</a:t>
            </a:r>
            <a:r>
              <a:rPr dirty="0" sz="3350" spc="-55" b="1">
                <a:latin typeface="Arial"/>
                <a:cs typeface="Arial"/>
              </a:rPr>
              <a:t> </a:t>
            </a:r>
            <a:r>
              <a:rPr dirty="0" sz="3350" spc="-80" b="1">
                <a:latin typeface="Arial"/>
                <a:cs typeface="Arial"/>
              </a:rPr>
              <a:t>touching</a:t>
            </a:r>
            <a:r>
              <a:rPr dirty="0" sz="3350" spc="-55" b="1">
                <a:latin typeface="Arial"/>
                <a:cs typeface="Arial"/>
              </a:rPr>
              <a:t> </a:t>
            </a:r>
            <a:r>
              <a:rPr dirty="0" sz="3350" spc="-10" b="1">
                <a:latin typeface="Arial"/>
                <a:cs typeface="Arial"/>
              </a:rPr>
              <a:t>devices</a:t>
            </a:r>
            <a:endParaRPr sz="3350">
              <a:latin typeface="Arial"/>
              <a:cs typeface="Arial"/>
            </a:endParaRPr>
          </a:p>
          <a:p>
            <a:pPr algn="ctr" marL="12065" marR="3155315">
              <a:lnSpc>
                <a:spcPts val="4670"/>
              </a:lnSpc>
              <a:spcBef>
                <a:spcPts val="270"/>
              </a:spcBef>
            </a:pPr>
            <a:r>
              <a:rPr dirty="0" sz="3350" b="1">
                <a:latin typeface="Arial"/>
                <a:cs typeface="Arial"/>
              </a:rPr>
              <a:t>The</a:t>
            </a:r>
            <a:r>
              <a:rPr dirty="0" sz="3350" spc="-120" b="1">
                <a:latin typeface="Arial"/>
                <a:cs typeface="Arial"/>
              </a:rPr>
              <a:t> </a:t>
            </a:r>
            <a:r>
              <a:rPr dirty="0" sz="3350" spc="-125" b="1">
                <a:latin typeface="Arial"/>
                <a:cs typeface="Arial"/>
              </a:rPr>
              <a:t>focus</a:t>
            </a:r>
            <a:r>
              <a:rPr dirty="0" sz="3350" spc="-105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was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spc="-30" b="1">
                <a:latin typeface="Arial"/>
                <a:cs typeface="Arial"/>
              </a:rPr>
              <a:t>on</a:t>
            </a:r>
            <a:r>
              <a:rPr dirty="0" sz="3350" spc="-114" b="1">
                <a:latin typeface="Arial"/>
                <a:cs typeface="Arial"/>
              </a:rPr>
              <a:t> </a:t>
            </a:r>
            <a:r>
              <a:rPr dirty="0" sz="3350" spc="-35" b="1">
                <a:latin typeface="Arial"/>
                <a:cs typeface="Arial"/>
              </a:rPr>
              <a:t>creating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a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smart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b="1">
                <a:latin typeface="Arial"/>
                <a:cs typeface="Arial"/>
              </a:rPr>
              <a:t>and</a:t>
            </a:r>
            <a:r>
              <a:rPr dirty="0" sz="3350" spc="-114" b="1">
                <a:latin typeface="Arial"/>
                <a:cs typeface="Arial"/>
              </a:rPr>
              <a:t> </a:t>
            </a:r>
            <a:r>
              <a:rPr dirty="0" sz="3350" spc="-80" b="1">
                <a:latin typeface="Arial"/>
                <a:cs typeface="Arial"/>
              </a:rPr>
              <a:t>touching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spc="-35" b="1">
                <a:latin typeface="Arial"/>
                <a:cs typeface="Arial"/>
              </a:rPr>
              <a:t>interaction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spc="-80" b="1">
                <a:latin typeface="Arial"/>
                <a:cs typeface="Arial"/>
              </a:rPr>
              <a:t>system</a:t>
            </a:r>
            <a:r>
              <a:rPr dirty="0" sz="3350" spc="-110" b="1">
                <a:latin typeface="Arial"/>
                <a:cs typeface="Arial"/>
              </a:rPr>
              <a:t> </a:t>
            </a:r>
            <a:r>
              <a:rPr dirty="0" sz="3350" spc="-20" b="1">
                <a:latin typeface="Arial"/>
                <a:cs typeface="Arial"/>
              </a:rPr>
              <a:t>using </a:t>
            </a:r>
            <a:r>
              <a:rPr dirty="0" sz="3350" spc="-30" b="1">
                <a:latin typeface="Arial"/>
                <a:cs typeface="Arial"/>
              </a:rPr>
              <a:t>hand</a:t>
            </a:r>
            <a:r>
              <a:rPr dirty="0" sz="3350" spc="-200" b="1">
                <a:latin typeface="Arial"/>
                <a:cs typeface="Arial"/>
              </a:rPr>
              <a:t> </a:t>
            </a:r>
            <a:r>
              <a:rPr dirty="0" sz="3350" spc="-10" b="1">
                <a:latin typeface="Arial"/>
                <a:cs typeface="Arial"/>
              </a:rPr>
              <a:t>gesture</a:t>
            </a:r>
            <a:endParaRPr sz="3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30"/>
              </a:spcBef>
            </a:pPr>
            <a:endParaRPr sz="3350">
              <a:latin typeface="Arial"/>
              <a:cs typeface="Arial"/>
            </a:endParaRPr>
          </a:p>
          <a:p>
            <a:pPr marL="5399405">
              <a:lnSpc>
                <a:spcPct val="100000"/>
              </a:lnSpc>
              <a:spcBef>
                <a:spcPts val="5"/>
              </a:spcBef>
            </a:pPr>
            <a:r>
              <a:rPr dirty="0" sz="4400" b="1">
                <a:latin typeface="Arial"/>
                <a:cs typeface="Arial"/>
              </a:rPr>
              <a:t>BRAIN</a:t>
            </a:r>
            <a:r>
              <a:rPr dirty="0" sz="4400" spc="-225" b="1">
                <a:latin typeface="Arial"/>
                <a:cs typeface="Arial"/>
              </a:rPr>
              <a:t> </a:t>
            </a:r>
            <a:r>
              <a:rPr dirty="0" sz="4400" spc="-10" b="1">
                <a:latin typeface="Arial"/>
                <a:cs typeface="Arial"/>
              </a:rPr>
              <a:t>STORMING</a:t>
            </a:r>
            <a:endParaRPr sz="4400">
              <a:latin typeface="Arial"/>
              <a:cs typeface="Arial"/>
            </a:endParaRPr>
          </a:p>
          <a:p>
            <a:pPr marL="4292600" marR="5080" indent="-4065270">
              <a:lnSpc>
                <a:spcPct val="116100"/>
              </a:lnSpc>
              <a:spcBef>
                <a:spcPts val="75"/>
              </a:spcBef>
            </a:pPr>
            <a:r>
              <a:rPr dirty="0" sz="3500" spc="-140" b="1">
                <a:latin typeface="Arial"/>
                <a:cs typeface="Arial"/>
              </a:rPr>
              <a:t>Discussed</a:t>
            </a:r>
            <a:r>
              <a:rPr dirty="0" sz="3500" spc="-105" b="1">
                <a:latin typeface="Arial"/>
                <a:cs typeface="Arial"/>
              </a:rPr>
              <a:t> </a:t>
            </a:r>
            <a:r>
              <a:rPr dirty="0" sz="3500" b="1">
                <a:latin typeface="Arial"/>
                <a:cs typeface="Arial"/>
              </a:rPr>
              <a:t>multiple</a:t>
            </a:r>
            <a:r>
              <a:rPr dirty="0" sz="3500" spc="-245" b="1">
                <a:latin typeface="Arial"/>
                <a:cs typeface="Arial"/>
              </a:rPr>
              <a:t> </a:t>
            </a:r>
            <a:r>
              <a:rPr dirty="0" sz="3500" spc="-70" b="1">
                <a:latin typeface="Arial"/>
                <a:cs typeface="Arial"/>
              </a:rPr>
              <a:t>solutions</a:t>
            </a:r>
            <a:r>
              <a:rPr dirty="0" sz="3500" spc="-155" b="1">
                <a:latin typeface="Arial"/>
                <a:cs typeface="Arial"/>
              </a:rPr>
              <a:t> </a:t>
            </a:r>
            <a:r>
              <a:rPr dirty="0" sz="3500" spc="-204" b="1">
                <a:latin typeface="Arial"/>
                <a:cs typeface="Arial"/>
              </a:rPr>
              <a:t>such</a:t>
            </a:r>
            <a:r>
              <a:rPr dirty="0" sz="3500" spc="-40" b="1">
                <a:latin typeface="Arial"/>
                <a:cs typeface="Arial"/>
              </a:rPr>
              <a:t> </a:t>
            </a:r>
            <a:r>
              <a:rPr dirty="0" sz="3500" spc="-85" b="1">
                <a:latin typeface="Arial"/>
                <a:cs typeface="Arial"/>
              </a:rPr>
              <a:t>as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40" b="1">
                <a:latin typeface="Arial"/>
                <a:cs typeface="Arial"/>
              </a:rPr>
              <a:t>gesture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340" b="1">
                <a:latin typeface="Arial"/>
                <a:cs typeface="Arial"/>
              </a:rPr>
              <a:t>-</a:t>
            </a:r>
            <a:r>
              <a:rPr dirty="0" sz="3500" spc="-65" b="1">
                <a:latin typeface="Arial"/>
                <a:cs typeface="Arial"/>
              </a:rPr>
              <a:t>based</a:t>
            </a:r>
            <a:r>
              <a:rPr dirty="0" sz="3500" spc="-130" b="1">
                <a:latin typeface="Arial"/>
                <a:cs typeface="Arial"/>
              </a:rPr>
              <a:t> cursor</a:t>
            </a:r>
            <a:r>
              <a:rPr dirty="0" sz="3500" spc="-114" b="1">
                <a:latin typeface="Arial"/>
                <a:cs typeface="Arial"/>
              </a:rPr>
              <a:t> </a:t>
            </a:r>
            <a:r>
              <a:rPr dirty="0" sz="3500" spc="-40" b="1">
                <a:latin typeface="Arial"/>
                <a:cs typeface="Arial"/>
              </a:rPr>
              <a:t>control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20" b="1">
                <a:latin typeface="Arial"/>
                <a:cs typeface="Arial"/>
              </a:rPr>
              <a:t>,swip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40" b="1">
                <a:latin typeface="Arial"/>
                <a:cs typeface="Arial"/>
              </a:rPr>
              <a:t>gesture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25" b="1">
                <a:latin typeface="Arial"/>
                <a:cs typeface="Arial"/>
              </a:rPr>
              <a:t>for </a:t>
            </a:r>
            <a:r>
              <a:rPr dirty="0" sz="3500" spc="-30" b="1">
                <a:latin typeface="Arial"/>
                <a:cs typeface="Arial"/>
              </a:rPr>
              <a:t>slide</a:t>
            </a:r>
            <a:r>
              <a:rPr dirty="0" sz="3500" spc="-150" b="1">
                <a:latin typeface="Arial"/>
                <a:cs typeface="Arial"/>
              </a:rPr>
              <a:t> </a:t>
            </a:r>
            <a:r>
              <a:rPr dirty="0" sz="3500" spc="-114" b="1">
                <a:latin typeface="Arial"/>
                <a:cs typeface="Arial"/>
              </a:rPr>
              <a:t>change,zoom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110" b="1">
                <a:latin typeface="Arial"/>
                <a:cs typeface="Arial"/>
              </a:rPr>
              <a:t>using</a:t>
            </a:r>
            <a:r>
              <a:rPr dirty="0" sz="3500" spc="-130" b="1">
                <a:latin typeface="Arial"/>
                <a:cs typeface="Arial"/>
              </a:rPr>
              <a:t> </a:t>
            </a:r>
            <a:r>
              <a:rPr dirty="0" sz="3500" spc="-30" b="1">
                <a:latin typeface="Arial"/>
                <a:cs typeface="Arial"/>
              </a:rPr>
              <a:t>fingure</a:t>
            </a:r>
            <a:r>
              <a:rPr dirty="0" sz="3500" spc="-140" b="1">
                <a:latin typeface="Arial"/>
                <a:cs typeface="Arial"/>
              </a:rPr>
              <a:t> </a:t>
            </a:r>
            <a:r>
              <a:rPr dirty="0" sz="3500" spc="-10" b="1">
                <a:latin typeface="Arial"/>
                <a:cs typeface="Arial"/>
              </a:rPr>
              <a:t>movements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3500">
              <a:latin typeface="Arial"/>
              <a:cs typeface="Arial"/>
            </a:endParaRPr>
          </a:p>
          <a:p>
            <a:pPr algn="ctr" marR="2192655">
              <a:lnSpc>
                <a:spcPct val="100000"/>
              </a:lnSpc>
            </a:pPr>
            <a:r>
              <a:rPr dirty="0" sz="4400" b="1">
                <a:latin typeface="Arial"/>
                <a:cs typeface="Arial"/>
              </a:rPr>
              <a:t>DOT</a:t>
            </a:r>
            <a:r>
              <a:rPr dirty="0" sz="4400" spc="-45" b="1">
                <a:latin typeface="Arial"/>
                <a:cs typeface="Arial"/>
              </a:rPr>
              <a:t> </a:t>
            </a:r>
            <a:r>
              <a:rPr dirty="0" sz="4400" spc="-10" b="1">
                <a:latin typeface="Arial"/>
                <a:cs typeface="Arial"/>
              </a:rPr>
              <a:t>VOTING</a:t>
            </a:r>
            <a:endParaRPr sz="4400">
              <a:latin typeface="Arial"/>
              <a:cs typeface="Arial"/>
            </a:endParaRPr>
          </a:p>
          <a:p>
            <a:pPr marL="2398395" marR="1825625" indent="-1445260">
              <a:lnSpc>
                <a:spcPct val="115500"/>
              </a:lnSpc>
              <a:spcBef>
                <a:spcPts val="2500"/>
              </a:spcBef>
            </a:pPr>
            <a:r>
              <a:rPr dirty="0" sz="3300" spc="-10" b="1">
                <a:latin typeface="Arial"/>
                <a:cs typeface="Arial"/>
              </a:rPr>
              <a:t>Select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best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35" b="1">
                <a:latin typeface="Arial"/>
                <a:cs typeface="Arial"/>
              </a:rPr>
              <a:t>solution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270" b="1">
                <a:latin typeface="Arial"/>
                <a:cs typeface="Arial"/>
              </a:rPr>
              <a:t>-</a:t>
            </a:r>
            <a:r>
              <a:rPr dirty="0" sz="3300" b="1">
                <a:latin typeface="Arial"/>
                <a:cs typeface="Arial"/>
              </a:rPr>
              <a:t>AI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60" b="1">
                <a:latin typeface="Arial"/>
                <a:cs typeface="Arial"/>
              </a:rPr>
              <a:t>based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30" b="1">
                <a:latin typeface="Arial"/>
                <a:cs typeface="Arial"/>
              </a:rPr>
              <a:t>gesture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-35" b="1">
                <a:latin typeface="Arial"/>
                <a:cs typeface="Arial"/>
              </a:rPr>
              <a:t>control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95" b="1">
                <a:latin typeface="Arial"/>
                <a:cs typeface="Arial"/>
              </a:rPr>
              <a:t>system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for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-80" b="1">
                <a:latin typeface="Arial"/>
                <a:cs typeface="Arial"/>
              </a:rPr>
              <a:t>computers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and </a:t>
            </a:r>
            <a:r>
              <a:rPr dirty="0" sz="3300" spc="-45" b="1">
                <a:latin typeface="Arial"/>
                <a:cs typeface="Arial"/>
              </a:rPr>
              <a:t>presentations</a:t>
            </a:r>
            <a:r>
              <a:rPr dirty="0" sz="3300" spc="-155" b="1">
                <a:latin typeface="Arial"/>
                <a:cs typeface="Arial"/>
              </a:rPr>
              <a:t> </a:t>
            </a:r>
            <a:r>
              <a:rPr dirty="0" sz="3300" spc="-60" b="1">
                <a:latin typeface="Arial"/>
                <a:cs typeface="Arial"/>
              </a:rPr>
              <a:t>based</a:t>
            </a:r>
            <a:r>
              <a:rPr dirty="0" sz="3300" spc="-150" b="1">
                <a:latin typeface="Arial"/>
                <a:cs typeface="Arial"/>
              </a:rPr>
              <a:t> </a:t>
            </a:r>
            <a:r>
              <a:rPr dirty="0" sz="3300" spc="-20" b="1">
                <a:latin typeface="Arial"/>
                <a:cs typeface="Arial"/>
              </a:rPr>
              <a:t>on</a:t>
            </a:r>
            <a:r>
              <a:rPr dirty="0" sz="3300" spc="-155" b="1">
                <a:latin typeface="Arial"/>
                <a:cs typeface="Arial"/>
              </a:rPr>
              <a:t> </a:t>
            </a:r>
            <a:r>
              <a:rPr dirty="0" sz="3300" spc="-60" b="1">
                <a:latin typeface="Arial"/>
                <a:cs typeface="Arial"/>
              </a:rPr>
              <a:t>innovation,</a:t>
            </a:r>
            <a:r>
              <a:rPr dirty="0" sz="3300" spc="-150" b="1">
                <a:latin typeface="Arial"/>
                <a:cs typeface="Arial"/>
              </a:rPr>
              <a:t> </a:t>
            </a:r>
            <a:r>
              <a:rPr dirty="0" sz="3300" spc="-20" b="1">
                <a:latin typeface="Arial"/>
                <a:cs typeface="Arial"/>
              </a:rPr>
              <a:t>feasibility</a:t>
            </a:r>
            <a:r>
              <a:rPr dirty="0" sz="3300" spc="-15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55" b="1">
                <a:latin typeface="Arial"/>
                <a:cs typeface="Arial"/>
              </a:rPr>
              <a:t> </a:t>
            </a:r>
            <a:r>
              <a:rPr dirty="0" sz="3300" spc="-65" b="1">
                <a:latin typeface="Arial"/>
                <a:cs typeface="Arial"/>
              </a:rPr>
              <a:t>ease</a:t>
            </a:r>
            <a:r>
              <a:rPr dirty="0" sz="3300" spc="-15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of</a:t>
            </a:r>
            <a:r>
              <a:rPr dirty="0" sz="3300" spc="-150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use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3751" y="3329739"/>
            <a:ext cx="7305674" cy="5972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76" y="3787485"/>
            <a:ext cx="8115299" cy="55149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38329" y="962056"/>
            <a:ext cx="929513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/>
              <a:t>BRAIN</a:t>
            </a:r>
            <a:r>
              <a:rPr dirty="0" sz="5500" spc="-335"/>
              <a:t> </a:t>
            </a:r>
            <a:r>
              <a:rPr dirty="0" sz="5500" spc="-55"/>
              <a:t>STORMING</a:t>
            </a:r>
            <a:r>
              <a:rPr dirty="0" sz="5500" spc="-325"/>
              <a:t> </a:t>
            </a:r>
            <a:r>
              <a:rPr dirty="0" sz="5500" spc="-65"/>
              <a:t>SESSION</a:t>
            </a:r>
            <a:endParaRPr sz="5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962056"/>
            <a:ext cx="3329304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35"/>
              <a:t>IDEATION</a:t>
            </a:r>
            <a:endParaRPr sz="5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2836836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3436911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4036986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4637061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5237136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890" y="5837211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6890" y="7037361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6890" y="8237511"/>
            <a:ext cx="142875" cy="1428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97210" y="2529489"/>
            <a:ext cx="14463394" cy="602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24355">
              <a:lnSpc>
                <a:spcPct val="115799"/>
              </a:lnSpc>
              <a:spcBef>
                <a:spcPts val="100"/>
              </a:spcBef>
            </a:pPr>
            <a:r>
              <a:rPr dirty="0" sz="3400" b="1">
                <a:latin typeface="Arial"/>
                <a:cs typeface="Arial"/>
              </a:rPr>
              <a:t>Develop</a:t>
            </a:r>
            <a:r>
              <a:rPr dirty="0" sz="3400" spc="-14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smart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spc="-80" b="1">
                <a:latin typeface="Arial"/>
                <a:cs typeface="Arial"/>
              </a:rPr>
              <a:t>system</a:t>
            </a:r>
            <a:r>
              <a:rPr dirty="0" sz="3400" spc="-14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detect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spc="-70" b="1">
                <a:latin typeface="Arial"/>
                <a:cs typeface="Arial"/>
              </a:rPr>
              <a:t>gas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leakage</a:t>
            </a:r>
            <a:r>
              <a:rPr dirty="0" sz="3400" spc="-14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in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real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time.</a:t>
            </a:r>
            <a:r>
              <a:rPr dirty="0" sz="3400" spc="850" b="1">
                <a:latin typeface="Arial"/>
                <a:cs typeface="Arial"/>
              </a:rPr>
              <a:t> </a:t>
            </a:r>
            <a:r>
              <a:rPr dirty="0" sz="3400" spc="-35" b="1">
                <a:latin typeface="Arial"/>
                <a:cs typeface="Arial"/>
              </a:rPr>
              <a:t>Use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70" b="1">
                <a:latin typeface="Arial"/>
                <a:cs typeface="Arial"/>
              </a:rPr>
              <a:t>gas</a:t>
            </a:r>
            <a:r>
              <a:rPr dirty="0" sz="3400" spc="-120" b="1">
                <a:latin typeface="Arial"/>
                <a:cs typeface="Arial"/>
              </a:rPr>
              <a:t> sensor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90" b="1">
                <a:latin typeface="Arial"/>
                <a:cs typeface="Arial"/>
              </a:rPr>
              <a:t>continuously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30" b="1">
                <a:latin typeface="Arial"/>
                <a:cs typeface="Arial"/>
              </a:rPr>
              <a:t>monitor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70" b="1">
                <a:latin typeface="Arial"/>
                <a:cs typeface="Arial"/>
              </a:rPr>
              <a:t>gas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concentration. Trigger</a:t>
            </a:r>
            <a:r>
              <a:rPr dirty="0" sz="3400" spc="-13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55" b="1">
                <a:latin typeface="Arial"/>
                <a:cs typeface="Arial"/>
              </a:rPr>
              <a:t>buzzer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and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50" b="1">
                <a:latin typeface="Arial"/>
                <a:cs typeface="Arial"/>
              </a:rPr>
              <a:t>LED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immediately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when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leak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120" b="1">
                <a:latin typeface="Arial"/>
                <a:cs typeface="Arial"/>
              </a:rPr>
              <a:t>is </a:t>
            </a:r>
            <a:r>
              <a:rPr dirty="0" sz="3400" spc="-10" b="1">
                <a:latin typeface="Arial"/>
                <a:cs typeface="Arial"/>
              </a:rPr>
              <a:t>detected. Automatically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30" b="1">
                <a:latin typeface="Arial"/>
                <a:cs typeface="Arial"/>
              </a:rPr>
              <a:t>switch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ON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45" b="1">
                <a:latin typeface="Arial"/>
                <a:cs typeface="Arial"/>
              </a:rPr>
              <a:t>exhaust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fan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45" b="1">
                <a:latin typeface="Arial"/>
                <a:cs typeface="Arial"/>
              </a:rPr>
              <a:t>remove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leaked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gas.</a:t>
            </a:r>
            <a:endParaRPr sz="3400">
              <a:latin typeface="Arial"/>
              <a:cs typeface="Arial"/>
            </a:endParaRPr>
          </a:p>
          <a:p>
            <a:pPr algn="just" marL="12700" marR="394335">
              <a:lnSpc>
                <a:spcPct val="115799"/>
              </a:lnSpc>
            </a:pPr>
            <a:r>
              <a:rPr dirty="0" sz="3400" spc="-55" b="1">
                <a:latin typeface="Arial"/>
                <a:cs typeface="Arial"/>
              </a:rPr>
              <a:t>Send</a:t>
            </a:r>
            <a:r>
              <a:rPr dirty="0" sz="3400" spc="-100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instant</a:t>
            </a:r>
            <a:r>
              <a:rPr dirty="0" sz="3400" spc="-9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alert</a:t>
            </a:r>
            <a:r>
              <a:rPr dirty="0" sz="3400" spc="-100" b="1">
                <a:latin typeface="Arial"/>
                <a:cs typeface="Arial"/>
              </a:rPr>
              <a:t> </a:t>
            </a:r>
            <a:r>
              <a:rPr dirty="0" sz="3400" spc="-60" b="1">
                <a:latin typeface="Arial"/>
                <a:cs typeface="Arial"/>
              </a:rPr>
              <a:t>notifications</a:t>
            </a:r>
            <a:r>
              <a:rPr dirty="0" sz="3400" spc="-9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10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95" b="1">
                <a:latin typeface="Arial"/>
                <a:cs typeface="Arial"/>
              </a:rPr>
              <a:t> </a:t>
            </a:r>
            <a:r>
              <a:rPr dirty="0" sz="3400" spc="-80" b="1">
                <a:latin typeface="Arial"/>
                <a:cs typeface="Arial"/>
              </a:rPr>
              <a:t>user</a:t>
            </a:r>
            <a:r>
              <a:rPr dirty="0" sz="3400" spc="-100" b="1">
                <a:latin typeface="Arial"/>
                <a:cs typeface="Arial"/>
              </a:rPr>
              <a:t> </a:t>
            </a:r>
            <a:r>
              <a:rPr dirty="0" sz="3400" spc="-30" b="1">
                <a:latin typeface="Arial"/>
                <a:cs typeface="Arial"/>
              </a:rPr>
              <a:t>through</a:t>
            </a:r>
            <a:r>
              <a:rPr dirty="0" sz="3400" spc="-9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9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mobile</a:t>
            </a:r>
            <a:r>
              <a:rPr dirty="0" sz="3400" spc="-100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app/SMS. Automatically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45" b="1">
                <a:latin typeface="Arial"/>
                <a:cs typeface="Arial"/>
              </a:rPr>
              <a:t>shut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off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70" b="1">
                <a:latin typeface="Arial"/>
                <a:cs typeface="Arial"/>
              </a:rPr>
              <a:t>gas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50" b="1">
                <a:latin typeface="Arial"/>
                <a:cs typeface="Arial"/>
              </a:rPr>
              <a:t>supply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105" b="1">
                <a:latin typeface="Arial"/>
                <a:cs typeface="Arial"/>
              </a:rPr>
              <a:t>using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75" b="1">
                <a:latin typeface="Arial"/>
                <a:cs typeface="Arial"/>
              </a:rPr>
              <a:t>solenoid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valve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(optional feature).</a:t>
            </a:r>
            <a:endParaRPr sz="3400">
              <a:latin typeface="Arial"/>
              <a:cs typeface="Arial"/>
            </a:endParaRPr>
          </a:p>
          <a:p>
            <a:pPr algn="just" marL="12700" marR="5080">
              <a:lnSpc>
                <a:spcPct val="115799"/>
              </a:lnSpc>
            </a:pPr>
            <a:r>
              <a:rPr dirty="0" sz="3400" spc="-120" b="1">
                <a:latin typeface="Arial"/>
                <a:cs typeface="Arial"/>
              </a:rPr>
              <a:t>Ensure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3400" spc="-80" b="1">
                <a:latin typeface="Arial"/>
                <a:cs typeface="Arial"/>
              </a:rPr>
              <a:t>system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120" b="1">
                <a:latin typeface="Arial"/>
                <a:cs typeface="Arial"/>
              </a:rPr>
              <a:t>is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140" b="1">
                <a:latin typeface="Arial"/>
                <a:cs typeface="Arial"/>
              </a:rPr>
              <a:t>low-</a:t>
            </a:r>
            <a:r>
              <a:rPr dirty="0" sz="3400" spc="-105" b="1">
                <a:latin typeface="Arial"/>
                <a:cs typeface="Arial"/>
              </a:rPr>
              <a:t>cost,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reliable,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and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95" b="1">
                <a:latin typeface="Arial"/>
                <a:cs typeface="Arial"/>
              </a:rPr>
              <a:t>easy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install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in</a:t>
            </a:r>
            <a:r>
              <a:rPr dirty="0" sz="3400" spc="-125" b="1">
                <a:latin typeface="Arial"/>
                <a:cs typeface="Arial"/>
              </a:rPr>
              <a:t> </a:t>
            </a:r>
            <a:r>
              <a:rPr dirty="0" sz="3400" spc="-100" b="1">
                <a:latin typeface="Arial"/>
                <a:cs typeface="Arial"/>
              </a:rPr>
              <a:t>homes</a:t>
            </a:r>
            <a:r>
              <a:rPr dirty="0" sz="3400" spc="-120" b="1">
                <a:latin typeface="Arial"/>
                <a:cs typeface="Arial"/>
              </a:rPr>
              <a:t> </a:t>
            </a:r>
            <a:r>
              <a:rPr dirty="0" sz="3400" spc="-25" b="1">
                <a:latin typeface="Arial"/>
                <a:cs typeface="Arial"/>
              </a:rPr>
              <a:t>and </a:t>
            </a:r>
            <a:r>
              <a:rPr dirty="0" sz="3400" spc="-10" b="1">
                <a:latin typeface="Arial"/>
                <a:cs typeface="Arial"/>
              </a:rPr>
              <a:t>industries.</a:t>
            </a:r>
            <a:endParaRPr sz="3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45"/>
              </a:spcBef>
            </a:pPr>
            <a:r>
              <a:rPr dirty="0" sz="3400" spc="-45" b="1">
                <a:latin typeface="Arial"/>
                <a:cs typeface="Arial"/>
              </a:rPr>
              <a:t>Design</a:t>
            </a:r>
            <a:r>
              <a:rPr dirty="0" sz="3400" spc="-9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80" b="1">
                <a:latin typeface="Arial"/>
                <a:cs typeface="Arial"/>
              </a:rPr>
              <a:t>system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operate</a:t>
            </a:r>
            <a:r>
              <a:rPr dirty="0" sz="3400" spc="-90" b="1">
                <a:latin typeface="Arial"/>
                <a:cs typeface="Arial"/>
              </a:rPr>
              <a:t> continuously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with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65" b="1">
                <a:latin typeface="Arial"/>
                <a:cs typeface="Arial"/>
              </a:rPr>
              <a:t>minimum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maintenance.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4726" rIns="0" bIns="0" rtlCol="0" vert="horz">
            <a:spAutoFit/>
          </a:bodyPr>
          <a:lstStyle/>
          <a:p>
            <a:pPr marL="726440">
              <a:lnSpc>
                <a:spcPct val="100000"/>
              </a:lnSpc>
              <a:spcBef>
                <a:spcPts val="100"/>
              </a:spcBef>
            </a:pPr>
            <a:r>
              <a:rPr dirty="0" sz="5500" spc="-95"/>
              <a:t>PROPOSED</a:t>
            </a:r>
            <a:r>
              <a:rPr dirty="0" sz="5500" spc="-250"/>
              <a:t> </a:t>
            </a:r>
            <a:r>
              <a:rPr dirty="0" sz="5500" spc="-10"/>
              <a:t>SOLUTION</a:t>
            </a:r>
            <a:endParaRPr sz="5500"/>
          </a:p>
        </p:txBody>
      </p:sp>
      <p:sp>
        <p:nvSpPr>
          <p:cNvPr id="3" name="object 3"/>
          <p:cNvSpPr txBox="1"/>
          <p:nvPr/>
        </p:nvSpPr>
        <p:spPr>
          <a:xfrm>
            <a:off x="12898" y="2058035"/>
            <a:ext cx="18262600" cy="583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4300" marR="106680" indent="-635">
              <a:lnSpc>
                <a:spcPct val="115500"/>
              </a:lnSpc>
              <a:spcBef>
                <a:spcPts val="100"/>
              </a:spcBef>
            </a:pP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4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Smart</a:t>
            </a:r>
            <a:r>
              <a:rPr dirty="0" sz="3300" spc="-120" b="1">
                <a:latin typeface="Arial"/>
                <a:cs typeface="Arial"/>
              </a:rPr>
              <a:t> Gas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Leakage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Detection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Safety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55" b="1">
                <a:latin typeface="Arial"/>
                <a:cs typeface="Arial"/>
              </a:rPr>
              <a:t>System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spc="-110" b="1">
                <a:latin typeface="Arial"/>
                <a:cs typeface="Arial"/>
              </a:rPr>
              <a:t>is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spc="-70" b="1">
                <a:latin typeface="Arial"/>
                <a:cs typeface="Arial"/>
              </a:rPr>
              <a:t>designed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to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detect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50" b="1">
                <a:latin typeface="Arial"/>
                <a:cs typeface="Arial"/>
              </a:rPr>
              <a:t>gas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spc="-20" b="1">
                <a:latin typeface="Arial"/>
                <a:cs typeface="Arial"/>
              </a:rPr>
              <a:t>leaks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60" b="1">
                <a:latin typeface="Arial"/>
                <a:cs typeface="Arial"/>
              </a:rPr>
              <a:t>at</a:t>
            </a:r>
            <a:r>
              <a:rPr dirty="0" sz="3300" spc="-120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an </a:t>
            </a:r>
            <a:r>
              <a:rPr dirty="0" sz="3300" b="1">
                <a:latin typeface="Arial"/>
                <a:cs typeface="Arial"/>
              </a:rPr>
              <a:t>early</a:t>
            </a:r>
            <a:r>
              <a:rPr dirty="0" sz="3300" spc="-16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stage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prevent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spc="-105" b="1">
                <a:latin typeface="Arial"/>
                <a:cs typeface="Arial"/>
              </a:rPr>
              <a:t>accidents.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75" b="1">
                <a:latin typeface="Arial"/>
                <a:cs typeface="Arial"/>
              </a:rPr>
              <a:t>system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spc="-160" b="1">
                <a:latin typeface="Arial"/>
                <a:cs typeface="Arial"/>
              </a:rPr>
              <a:t>uses</a:t>
            </a:r>
            <a:r>
              <a:rPr dirty="0" sz="3300" spc="-7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50" b="1">
                <a:latin typeface="Arial"/>
                <a:cs typeface="Arial"/>
              </a:rPr>
              <a:t>gas</a:t>
            </a:r>
            <a:r>
              <a:rPr dirty="0" sz="3300" spc="-114" b="1">
                <a:latin typeface="Arial"/>
                <a:cs typeface="Arial"/>
              </a:rPr>
              <a:t> sensor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to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spc="-90" b="1">
                <a:latin typeface="Arial"/>
                <a:cs typeface="Arial"/>
              </a:rPr>
              <a:t>continuously</a:t>
            </a:r>
            <a:r>
              <a:rPr dirty="0" sz="3300" spc="-114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monitor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the </a:t>
            </a:r>
            <a:r>
              <a:rPr dirty="0" sz="3300" spc="-75" b="1">
                <a:latin typeface="Arial"/>
                <a:cs typeface="Arial"/>
              </a:rPr>
              <a:t>surrounding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air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for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95" b="1">
                <a:latin typeface="Arial"/>
                <a:cs typeface="Arial"/>
              </a:rPr>
              <a:t>presence </a:t>
            </a:r>
            <a:r>
              <a:rPr dirty="0" sz="3300" b="1">
                <a:latin typeface="Arial"/>
                <a:cs typeface="Arial"/>
              </a:rPr>
              <a:t>of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95" b="1">
                <a:latin typeface="Arial"/>
                <a:cs typeface="Arial"/>
              </a:rPr>
              <a:t>LPG </a:t>
            </a:r>
            <a:r>
              <a:rPr dirty="0" sz="3300" b="1">
                <a:latin typeface="Arial"/>
                <a:cs typeface="Arial"/>
              </a:rPr>
              <a:t>or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other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55" b="1">
                <a:latin typeface="Arial"/>
                <a:cs typeface="Arial"/>
              </a:rPr>
              <a:t>combustible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100" b="1">
                <a:latin typeface="Arial"/>
                <a:cs typeface="Arial"/>
              </a:rPr>
              <a:t>gases.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75" b="1">
                <a:latin typeface="Arial"/>
                <a:cs typeface="Arial"/>
              </a:rPr>
              <a:t>When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gas </a:t>
            </a:r>
            <a:r>
              <a:rPr dirty="0" sz="3300" spc="-65" b="1">
                <a:latin typeface="Arial"/>
                <a:cs typeface="Arial"/>
              </a:rPr>
              <a:t>concentration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-100" b="1">
                <a:latin typeface="Arial"/>
                <a:cs typeface="Arial"/>
              </a:rPr>
              <a:t>exceeds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safe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limit,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75" b="1">
                <a:latin typeface="Arial"/>
                <a:cs typeface="Arial"/>
              </a:rPr>
              <a:t>system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immediately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activates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45" b="1">
                <a:latin typeface="Arial"/>
                <a:cs typeface="Arial"/>
              </a:rPr>
              <a:t>buzzer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30" b="1">
                <a:latin typeface="Arial"/>
                <a:cs typeface="Arial"/>
              </a:rPr>
              <a:t> </a:t>
            </a:r>
            <a:r>
              <a:rPr dirty="0" sz="3300" spc="-45" b="1">
                <a:latin typeface="Arial"/>
                <a:cs typeface="Arial"/>
              </a:rPr>
              <a:t>LED</a:t>
            </a:r>
            <a:r>
              <a:rPr dirty="0" sz="3300" spc="-125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to </a:t>
            </a:r>
            <a:r>
              <a:rPr dirty="0" sz="3300" b="1">
                <a:latin typeface="Arial"/>
                <a:cs typeface="Arial"/>
              </a:rPr>
              <a:t>alert</a:t>
            </a:r>
            <a:r>
              <a:rPr dirty="0" sz="3300" spc="-5" b="1">
                <a:latin typeface="Arial"/>
                <a:cs typeface="Arial"/>
              </a:rPr>
              <a:t> </a:t>
            </a:r>
            <a:r>
              <a:rPr dirty="0" sz="3300" spc="-30" b="1">
                <a:latin typeface="Arial"/>
                <a:cs typeface="Arial"/>
              </a:rPr>
              <a:t>nearby</a:t>
            </a:r>
            <a:r>
              <a:rPr dirty="0" sz="3300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people.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3300">
              <a:latin typeface="Arial"/>
              <a:cs typeface="Arial"/>
            </a:endParaRPr>
          </a:p>
          <a:p>
            <a:pPr algn="ctr" marL="12700" marR="5080">
              <a:lnSpc>
                <a:spcPct val="115500"/>
              </a:lnSpc>
            </a:pPr>
            <a:r>
              <a:rPr dirty="0" sz="3300" spc="105" b="1">
                <a:latin typeface="Arial"/>
                <a:cs typeface="Arial"/>
              </a:rPr>
              <a:t>At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65" b="1">
                <a:latin typeface="Arial"/>
                <a:cs typeface="Arial"/>
              </a:rPr>
              <a:t>same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time,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it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automatically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turns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ON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exhaust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fan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to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remove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leaked</a:t>
            </a:r>
            <a:r>
              <a:rPr dirty="0" sz="3300" spc="-90" b="1">
                <a:latin typeface="Arial"/>
                <a:cs typeface="Arial"/>
              </a:rPr>
              <a:t> </a:t>
            </a:r>
            <a:r>
              <a:rPr dirty="0" sz="3300" spc="-50" b="1">
                <a:latin typeface="Arial"/>
                <a:cs typeface="Arial"/>
              </a:rPr>
              <a:t>gas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and </a:t>
            </a:r>
            <a:r>
              <a:rPr dirty="0" sz="3300" spc="-120" b="1">
                <a:latin typeface="Arial"/>
                <a:cs typeface="Arial"/>
              </a:rPr>
              <a:t>sends</a:t>
            </a:r>
            <a:r>
              <a:rPr dirty="0" sz="3300" spc="-10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alert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notification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to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5" b="1">
                <a:latin typeface="Arial"/>
                <a:cs typeface="Arial"/>
              </a:rPr>
              <a:t> user's </a:t>
            </a:r>
            <a:r>
              <a:rPr dirty="0" sz="3300" spc="-10" b="1">
                <a:latin typeface="Arial"/>
                <a:cs typeface="Arial"/>
              </a:rPr>
              <a:t>mobile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70" b="1">
                <a:latin typeface="Arial"/>
                <a:cs typeface="Arial"/>
              </a:rPr>
              <a:t>phone.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75" b="1">
                <a:latin typeface="Arial"/>
                <a:cs typeface="Arial"/>
              </a:rPr>
              <a:t>system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120" b="1">
                <a:latin typeface="Arial"/>
                <a:cs typeface="Arial"/>
              </a:rPr>
              <a:t>can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20" b="1">
                <a:latin typeface="Arial"/>
                <a:cs typeface="Arial"/>
              </a:rPr>
              <a:t>also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automatically</a:t>
            </a:r>
            <a:r>
              <a:rPr dirty="0" sz="3300" spc="-95" b="1">
                <a:latin typeface="Arial"/>
                <a:cs typeface="Arial"/>
              </a:rPr>
              <a:t> </a:t>
            </a:r>
            <a:r>
              <a:rPr dirty="0" sz="3300" spc="-20" b="1">
                <a:latin typeface="Arial"/>
                <a:cs typeface="Arial"/>
              </a:rPr>
              <a:t>shut </a:t>
            </a:r>
            <a:r>
              <a:rPr dirty="0" sz="3300" b="1">
                <a:latin typeface="Arial"/>
                <a:cs typeface="Arial"/>
              </a:rPr>
              <a:t>off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50" b="1">
                <a:latin typeface="Arial"/>
                <a:cs typeface="Arial"/>
              </a:rPr>
              <a:t>gas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45" b="1">
                <a:latin typeface="Arial"/>
                <a:cs typeface="Arial"/>
              </a:rPr>
              <a:t>supply</a:t>
            </a:r>
            <a:r>
              <a:rPr dirty="0" sz="3300" spc="-105" b="1">
                <a:latin typeface="Arial"/>
                <a:cs typeface="Arial"/>
              </a:rPr>
              <a:t> </a:t>
            </a:r>
            <a:r>
              <a:rPr dirty="0" sz="3300" spc="-90" b="1">
                <a:latin typeface="Arial"/>
                <a:cs typeface="Arial"/>
              </a:rPr>
              <a:t>using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60" b="1">
                <a:latin typeface="Arial"/>
                <a:cs typeface="Arial"/>
              </a:rPr>
              <a:t>solenoid</a:t>
            </a:r>
            <a:r>
              <a:rPr dirty="0" sz="3300" spc="-10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valve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(if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50" b="1">
                <a:latin typeface="Arial"/>
                <a:cs typeface="Arial"/>
              </a:rPr>
              <a:t>included).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65" b="1">
                <a:latin typeface="Arial"/>
                <a:cs typeface="Arial"/>
              </a:rPr>
              <a:t>This</a:t>
            </a:r>
            <a:r>
              <a:rPr dirty="0" sz="3300" spc="-10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smart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40" b="1">
                <a:latin typeface="Arial"/>
                <a:cs typeface="Arial"/>
              </a:rPr>
              <a:t>solution</a:t>
            </a:r>
            <a:r>
              <a:rPr dirty="0" sz="3300" spc="-110" b="1">
                <a:latin typeface="Arial"/>
                <a:cs typeface="Arial"/>
              </a:rPr>
              <a:t> </a:t>
            </a:r>
            <a:r>
              <a:rPr dirty="0" sz="3300" spc="-80" b="1">
                <a:latin typeface="Arial"/>
                <a:cs typeface="Arial"/>
              </a:rPr>
              <a:t>improves</a:t>
            </a:r>
            <a:r>
              <a:rPr dirty="0" sz="3300" spc="-105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safety, </a:t>
            </a:r>
            <a:r>
              <a:rPr dirty="0" sz="3300" spc="-85" b="1">
                <a:latin typeface="Arial"/>
                <a:cs typeface="Arial"/>
              </a:rPr>
              <a:t>minimizes</a:t>
            </a:r>
            <a:r>
              <a:rPr dirty="0" sz="3300" spc="-14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the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spc="-65" b="1">
                <a:latin typeface="Arial"/>
                <a:cs typeface="Arial"/>
              </a:rPr>
              <a:t>risk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of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fire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45" b="1">
                <a:latin typeface="Arial"/>
                <a:cs typeface="Arial"/>
              </a:rPr>
              <a:t> </a:t>
            </a:r>
            <a:r>
              <a:rPr dirty="0" sz="3300" spc="-80" b="1">
                <a:latin typeface="Arial"/>
                <a:cs typeface="Arial"/>
              </a:rPr>
              <a:t>explosions,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spc="-25" b="1">
                <a:latin typeface="Arial"/>
                <a:cs typeface="Arial"/>
              </a:rPr>
              <a:t>helps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protect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spc="-35" b="1">
                <a:latin typeface="Arial"/>
                <a:cs typeface="Arial"/>
              </a:rPr>
              <a:t>lives</a:t>
            </a:r>
            <a:r>
              <a:rPr dirty="0" sz="3300" spc="-145" b="1">
                <a:latin typeface="Arial"/>
                <a:cs typeface="Arial"/>
              </a:rPr>
              <a:t> </a:t>
            </a:r>
            <a:r>
              <a:rPr dirty="0" sz="3300" b="1">
                <a:latin typeface="Arial"/>
                <a:cs typeface="Arial"/>
              </a:rPr>
              <a:t>and</a:t>
            </a:r>
            <a:r>
              <a:rPr dirty="0" sz="3300" spc="-140" b="1">
                <a:latin typeface="Arial"/>
                <a:cs typeface="Arial"/>
              </a:rPr>
              <a:t> </a:t>
            </a:r>
            <a:r>
              <a:rPr dirty="0" sz="3300" spc="-10" b="1">
                <a:latin typeface="Arial"/>
                <a:cs typeface="Arial"/>
              </a:rPr>
              <a:t>property.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1159" y="1917524"/>
            <a:ext cx="9696449" cy="83694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599" y="606456"/>
            <a:ext cx="4846320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114"/>
              <a:t>P</a:t>
            </a:r>
            <a:r>
              <a:rPr dirty="0" sz="6400" spc="-145"/>
              <a:t>R</a:t>
            </a:r>
            <a:r>
              <a:rPr dirty="0" sz="6400" spc="-385"/>
              <a:t>OTO</a:t>
            </a:r>
            <a:r>
              <a:rPr dirty="0" sz="6400" spc="-25"/>
              <a:t>T</a:t>
            </a:r>
            <a:r>
              <a:rPr dirty="0" sz="6400" spc="114"/>
              <a:t>Y</a:t>
            </a:r>
            <a:r>
              <a:rPr dirty="0" sz="6400" spc="-114"/>
              <a:t>P</a:t>
            </a:r>
            <a:r>
              <a:rPr dirty="0" sz="6400" spc="-105"/>
              <a:t>E</a:t>
            </a:r>
            <a:endParaRPr sz="6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4" y="3629025"/>
            <a:ext cx="219075" cy="2190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824" y="4552950"/>
            <a:ext cx="219075" cy="2190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824" y="5476874"/>
            <a:ext cx="219075" cy="219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824" y="6400799"/>
            <a:ext cx="219075" cy="219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7824" y="7324724"/>
            <a:ext cx="219075" cy="2190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38610" y="3157848"/>
            <a:ext cx="3818890" cy="464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dirty="0" sz="5200" spc="50" b="1">
                <a:latin typeface="Arial"/>
                <a:cs typeface="Arial"/>
              </a:rPr>
              <a:t>Mq</a:t>
            </a:r>
            <a:r>
              <a:rPr dirty="0" sz="5200" spc="-45" b="1">
                <a:latin typeface="Arial"/>
                <a:cs typeface="Arial"/>
              </a:rPr>
              <a:t> </a:t>
            </a:r>
            <a:r>
              <a:rPr dirty="0" sz="5200" spc="-30" b="1">
                <a:latin typeface="Arial"/>
                <a:cs typeface="Arial"/>
              </a:rPr>
              <a:t>sensor </a:t>
            </a:r>
            <a:r>
              <a:rPr dirty="0" sz="5200" spc="-280" b="1">
                <a:latin typeface="Arial"/>
                <a:cs typeface="Arial"/>
              </a:rPr>
              <a:t>Esp</a:t>
            </a:r>
            <a:r>
              <a:rPr dirty="0" sz="5200" spc="-30" b="1">
                <a:latin typeface="Arial"/>
                <a:cs typeface="Arial"/>
              </a:rPr>
              <a:t> </a:t>
            </a:r>
            <a:r>
              <a:rPr dirty="0" sz="5200" spc="200" b="1">
                <a:latin typeface="Arial"/>
                <a:cs typeface="Arial"/>
              </a:rPr>
              <a:t>32 </a:t>
            </a:r>
            <a:r>
              <a:rPr dirty="0" sz="5200" spc="-95" b="1">
                <a:latin typeface="Arial"/>
                <a:cs typeface="Arial"/>
              </a:rPr>
              <a:t>Servo</a:t>
            </a:r>
            <a:r>
              <a:rPr dirty="0" sz="5200" spc="-245" b="1">
                <a:latin typeface="Arial"/>
                <a:cs typeface="Arial"/>
              </a:rPr>
              <a:t> </a:t>
            </a:r>
            <a:r>
              <a:rPr dirty="0" sz="5200" spc="-25" b="1">
                <a:latin typeface="Arial"/>
                <a:cs typeface="Arial"/>
              </a:rPr>
              <a:t>motor </a:t>
            </a:r>
            <a:r>
              <a:rPr dirty="0" sz="5200" spc="-10" b="1">
                <a:latin typeface="Arial"/>
                <a:cs typeface="Arial"/>
              </a:rPr>
              <a:t>Buzzer </a:t>
            </a:r>
            <a:r>
              <a:rPr dirty="0" sz="5200" spc="-120" b="1">
                <a:latin typeface="Arial"/>
                <a:cs typeface="Arial"/>
              </a:rPr>
              <a:t>Exhaust</a:t>
            </a:r>
            <a:r>
              <a:rPr dirty="0" sz="5200" spc="-210" b="1">
                <a:latin typeface="Arial"/>
                <a:cs typeface="Arial"/>
              </a:rPr>
              <a:t> </a:t>
            </a:r>
            <a:r>
              <a:rPr dirty="0" sz="5200" spc="-25" b="1">
                <a:latin typeface="Arial"/>
                <a:cs typeface="Arial"/>
              </a:rPr>
              <a:t>fan</a:t>
            </a:r>
            <a:endParaRPr sz="52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5762" y="956341"/>
            <a:ext cx="6912609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90"/>
              <a:t>REǪUIRED</a:t>
            </a:r>
            <a:r>
              <a:rPr dirty="0" sz="5200" spc="-215"/>
              <a:t> </a:t>
            </a:r>
            <a:r>
              <a:rPr dirty="0" sz="5200" spc="-70"/>
              <a:t>MATERIAL</a:t>
            </a:r>
            <a:endParaRPr sz="5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7146" y="2537006"/>
            <a:ext cx="6353174" cy="6353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3667610"/>
            <a:ext cx="190500" cy="190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5229710"/>
            <a:ext cx="190500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6010760"/>
            <a:ext cx="190500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6791810"/>
            <a:ext cx="190500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7572860"/>
            <a:ext cx="190500" cy="1904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4234" rIns="0" bIns="0" rtlCol="0" vert="horz">
            <a:spAutoFit/>
          </a:bodyPr>
          <a:lstStyle/>
          <a:p>
            <a:pPr marL="13970" marR="4305935">
              <a:lnSpc>
                <a:spcPct val="116500"/>
              </a:lnSpc>
              <a:spcBef>
                <a:spcPts val="95"/>
              </a:spcBef>
            </a:pPr>
            <a:r>
              <a:rPr dirty="0" spc="95"/>
              <a:t>When</a:t>
            </a:r>
            <a:r>
              <a:rPr dirty="0" spc="-175"/>
              <a:t> </a:t>
            </a:r>
            <a:r>
              <a:rPr dirty="0" spc="-80"/>
              <a:t>gas</a:t>
            </a:r>
            <a:r>
              <a:rPr dirty="0" spc="-155"/>
              <a:t> </a:t>
            </a:r>
            <a:r>
              <a:rPr dirty="0" spc="-170"/>
              <a:t>is</a:t>
            </a:r>
            <a:r>
              <a:rPr dirty="0" spc="-135"/>
              <a:t> </a:t>
            </a:r>
            <a:r>
              <a:rPr dirty="0" spc="-50"/>
              <a:t>present,</a:t>
            </a:r>
            <a:r>
              <a:rPr dirty="0" spc="-155"/>
              <a:t> </a:t>
            </a:r>
            <a:r>
              <a:rPr dirty="0" spc="-25"/>
              <a:t>its </a:t>
            </a:r>
            <a:r>
              <a:rPr dirty="0" spc="-85"/>
              <a:t>resistancechanges</a:t>
            </a:r>
          </a:p>
          <a:p>
            <a:pPr marL="13970" marR="408305">
              <a:lnSpc>
                <a:spcPts val="6150"/>
              </a:lnSpc>
              <a:spcBef>
                <a:spcPts val="350"/>
              </a:spcBef>
            </a:pPr>
            <a:r>
              <a:rPr dirty="0" spc="110"/>
              <a:t>It</a:t>
            </a:r>
            <a:r>
              <a:rPr dirty="0" spc="-125"/>
              <a:t> </a:t>
            </a:r>
            <a:r>
              <a:rPr dirty="0" spc="-114"/>
              <a:t>gives</a:t>
            </a:r>
            <a:r>
              <a:rPr dirty="0" spc="-120"/>
              <a:t> </a:t>
            </a:r>
            <a:r>
              <a:rPr dirty="0" spc="-50"/>
              <a:t>signal</a:t>
            </a:r>
            <a:r>
              <a:rPr dirty="0" spc="-120"/>
              <a:t> </a:t>
            </a:r>
            <a:r>
              <a:rPr dirty="0"/>
              <a:t>(analog/digital)</a:t>
            </a:r>
            <a:r>
              <a:rPr dirty="0" spc="-125"/>
              <a:t> </a:t>
            </a:r>
            <a:r>
              <a:rPr dirty="0" spc="-10"/>
              <a:t>toESP32 Detects</a:t>
            </a:r>
            <a:r>
              <a:rPr dirty="0" spc="-220"/>
              <a:t> </a:t>
            </a:r>
            <a:r>
              <a:rPr dirty="0" spc="-80"/>
              <a:t>gas</a:t>
            </a:r>
            <a:r>
              <a:rPr dirty="0" spc="-220"/>
              <a:t> </a:t>
            </a:r>
            <a:r>
              <a:rPr dirty="0"/>
              <a:t>leakage</a:t>
            </a:r>
            <a:r>
              <a:rPr dirty="0" spc="-215"/>
              <a:t> </a:t>
            </a:r>
            <a:r>
              <a:rPr dirty="0"/>
              <a:t>in</a:t>
            </a:r>
            <a:r>
              <a:rPr dirty="0" spc="-220"/>
              <a:t> </a:t>
            </a:r>
            <a:r>
              <a:rPr dirty="0"/>
              <a:t>the</a:t>
            </a:r>
            <a:r>
              <a:rPr dirty="0" spc="-215"/>
              <a:t> </a:t>
            </a:r>
            <a:r>
              <a:rPr dirty="0" spc="-25"/>
              <a:t>air</a:t>
            </a:r>
          </a:p>
          <a:p>
            <a:pPr marL="13970">
              <a:lnSpc>
                <a:spcPct val="100000"/>
              </a:lnSpc>
              <a:spcBef>
                <a:spcPts val="520"/>
              </a:spcBef>
            </a:pPr>
            <a:r>
              <a:rPr dirty="0" spc="-130"/>
              <a:t>Sends</a:t>
            </a:r>
            <a:r>
              <a:rPr dirty="0" spc="-50"/>
              <a:t> </a:t>
            </a:r>
            <a:r>
              <a:rPr dirty="0"/>
              <a:t>alert</a:t>
            </a:r>
            <a:r>
              <a:rPr dirty="0" spc="-45"/>
              <a:t> </a:t>
            </a:r>
            <a:r>
              <a:rPr dirty="0" spc="-50"/>
              <a:t>signal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-10"/>
              <a:t>ESP32</a:t>
            </a:r>
          </a:p>
          <a:p>
            <a:pPr marL="13970">
              <a:lnSpc>
                <a:spcPct val="100000"/>
              </a:lnSpc>
              <a:spcBef>
                <a:spcPts val="869"/>
              </a:spcBef>
            </a:pPr>
            <a:r>
              <a:rPr dirty="0" spc="110"/>
              <a:t>It</a:t>
            </a:r>
            <a:r>
              <a:rPr dirty="0" spc="-95"/>
              <a:t> </a:t>
            </a:r>
            <a:r>
              <a:rPr dirty="0" spc="-125"/>
              <a:t>continuously</a:t>
            </a:r>
            <a:r>
              <a:rPr dirty="0" spc="-95"/>
              <a:t> </a:t>
            </a:r>
            <a:r>
              <a:rPr dirty="0" spc="-80"/>
              <a:t>monitors</a:t>
            </a:r>
            <a:r>
              <a:rPr dirty="0" spc="-95"/>
              <a:t> </a:t>
            </a:r>
            <a:r>
              <a:rPr dirty="0" spc="-20"/>
              <a:t>theenvironment</a:t>
            </a: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-12700" y="1344269"/>
            <a:ext cx="398907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80"/>
              <a:t>MǪ</a:t>
            </a:r>
            <a:r>
              <a:rPr dirty="0" sz="5200" spc="-35"/>
              <a:t> </a:t>
            </a:r>
            <a:r>
              <a:rPr dirty="0" sz="5200" spc="-114"/>
              <a:t>SENSOR</a:t>
            </a:r>
            <a:endParaRPr sz="5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8119" y="2162279"/>
            <a:ext cx="7359879" cy="7362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2656106"/>
            <a:ext cx="190500" cy="190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4970681"/>
            <a:ext cx="190500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349" y="6513731"/>
            <a:ext cx="190500" cy="1904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/>
              <a:t>ESP32</a:t>
            </a:r>
            <a:r>
              <a:rPr dirty="0" spc="-180"/>
              <a:t> </a:t>
            </a:r>
            <a:r>
              <a:rPr dirty="0" spc="-170"/>
              <a:t>is</a:t>
            </a:r>
            <a:r>
              <a:rPr dirty="0" spc="-135"/>
              <a:t> </a:t>
            </a:r>
            <a:r>
              <a:rPr dirty="0"/>
              <a:t>a</a:t>
            </a:r>
            <a:r>
              <a:rPr dirty="0" spc="-160"/>
              <a:t> </a:t>
            </a:r>
            <a:r>
              <a:rPr dirty="0"/>
              <a:t>small</a:t>
            </a:r>
            <a:r>
              <a:rPr dirty="0" spc="-155"/>
              <a:t> </a:t>
            </a:r>
            <a:r>
              <a:rPr dirty="0" spc="-65"/>
              <a:t>microcontroller(brain</a:t>
            </a:r>
            <a:r>
              <a:rPr dirty="0" spc="-160"/>
              <a:t> </a:t>
            </a:r>
            <a:r>
              <a:rPr dirty="0" spc="-25"/>
              <a:t>of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70"/>
              <a:t>system) </a:t>
            </a:r>
            <a:r>
              <a:rPr dirty="0" spc="65"/>
              <a:t>with</a:t>
            </a:r>
            <a:r>
              <a:rPr dirty="0" spc="-70"/>
              <a:t> </a:t>
            </a:r>
            <a:r>
              <a:rPr dirty="0" spc="75"/>
              <a:t>built-</a:t>
            </a:r>
            <a:r>
              <a:rPr dirty="0"/>
              <a:t>inWiFi</a:t>
            </a:r>
            <a:r>
              <a:rPr dirty="0" spc="-75"/>
              <a:t> </a:t>
            </a:r>
            <a:r>
              <a:rPr dirty="0" spc="-25"/>
              <a:t>and </a:t>
            </a:r>
            <a:r>
              <a:rPr dirty="0" spc="-10"/>
              <a:t>Bluetooth.</a:t>
            </a:r>
          </a:p>
          <a:p>
            <a:pPr marL="12700" marR="1001394">
              <a:lnSpc>
                <a:spcPts val="6080"/>
              </a:lnSpc>
              <a:spcBef>
                <a:spcPts val="330"/>
              </a:spcBef>
            </a:pPr>
            <a:r>
              <a:rPr dirty="0" spc="110"/>
              <a:t>It</a:t>
            </a:r>
            <a:r>
              <a:rPr dirty="0" spc="-135"/>
              <a:t> </a:t>
            </a:r>
            <a:r>
              <a:rPr dirty="0" spc="-140"/>
              <a:t>receives</a:t>
            </a:r>
            <a:r>
              <a:rPr dirty="0" spc="-130"/>
              <a:t> </a:t>
            </a:r>
            <a:r>
              <a:rPr dirty="0"/>
              <a:t>input</a:t>
            </a:r>
            <a:r>
              <a:rPr dirty="0" spc="-130"/>
              <a:t> </a:t>
            </a:r>
            <a:r>
              <a:rPr dirty="0"/>
              <a:t>from</a:t>
            </a:r>
            <a:r>
              <a:rPr dirty="0" spc="-130"/>
              <a:t> </a:t>
            </a:r>
            <a:r>
              <a:rPr dirty="0"/>
              <a:t>the</a:t>
            </a:r>
            <a:r>
              <a:rPr dirty="0" spc="-130"/>
              <a:t> </a:t>
            </a:r>
            <a:r>
              <a:rPr dirty="0" spc="-40"/>
              <a:t>MǪsensorIt </a:t>
            </a:r>
            <a:r>
              <a:rPr dirty="0" spc="-190"/>
              <a:t>processes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20"/>
              <a:t>data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pc="110"/>
              <a:t>It</a:t>
            </a:r>
            <a:r>
              <a:rPr dirty="0" spc="-95"/>
              <a:t> </a:t>
            </a:r>
            <a:r>
              <a:rPr dirty="0" spc="-170"/>
              <a:t>sends</a:t>
            </a:r>
            <a:r>
              <a:rPr dirty="0" spc="-90"/>
              <a:t> </a:t>
            </a:r>
            <a:r>
              <a:rPr dirty="0"/>
              <a:t>output</a:t>
            </a:r>
            <a:r>
              <a:rPr dirty="0" spc="-90"/>
              <a:t> </a:t>
            </a:r>
            <a:r>
              <a:rPr dirty="0" spc="-100"/>
              <a:t>signals</a:t>
            </a:r>
            <a:r>
              <a:rPr dirty="0" spc="-90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 spc="-10"/>
              <a:t>servomotor,</a:t>
            </a:r>
          </a:p>
          <a:p>
            <a:pPr marL="12700" marR="641350">
              <a:lnSpc>
                <a:spcPts val="6070"/>
              </a:lnSpc>
              <a:spcBef>
                <a:spcPts val="135"/>
              </a:spcBef>
            </a:pPr>
            <a:r>
              <a:rPr dirty="0" spc="-85"/>
              <a:t>buzzer,</a:t>
            </a:r>
            <a:r>
              <a:rPr dirty="0" spc="-225"/>
              <a:t> </a:t>
            </a:r>
            <a:r>
              <a:rPr dirty="0"/>
              <a:t>and</a:t>
            </a:r>
            <a:r>
              <a:rPr dirty="0" spc="-225"/>
              <a:t> </a:t>
            </a:r>
            <a:r>
              <a:rPr dirty="0" spc="-45"/>
              <a:t>fanControls</a:t>
            </a:r>
            <a:r>
              <a:rPr dirty="0" spc="-220"/>
              <a:t> </a:t>
            </a:r>
            <a:r>
              <a:rPr dirty="0" spc="65"/>
              <a:t>all </a:t>
            </a:r>
            <a:r>
              <a:rPr dirty="0" spc="-114"/>
              <a:t>componentsMakes</a:t>
            </a:r>
            <a:r>
              <a:rPr dirty="0" spc="-75"/>
              <a:t> </a:t>
            </a:r>
            <a:r>
              <a:rPr dirty="0" spc="-185"/>
              <a:t>decisions</a:t>
            </a:r>
            <a:r>
              <a:rPr dirty="0" spc="-70"/>
              <a:t> </a:t>
            </a:r>
            <a:r>
              <a:rPr dirty="0" spc="-10"/>
              <a:t>(ON/OFF) </a:t>
            </a:r>
            <a:r>
              <a:rPr dirty="0" spc="-105"/>
              <a:t>basedon</a:t>
            </a:r>
            <a:r>
              <a:rPr dirty="0" spc="-204"/>
              <a:t> </a:t>
            </a:r>
            <a:r>
              <a:rPr dirty="0" spc="-80"/>
              <a:t>gas</a:t>
            </a:r>
            <a:r>
              <a:rPr dirty="0" spc="-200"/>
              <a:t> </a:t>
            </a:r>
            <a:r>
              <a:rPr dirty="0" spc="-10"/>
              <a:t>detection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5380" y="956341"/>
            <a:ext cx="2052955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5"/>
              <a:t>ESP32</a:t>
            </a:r>
            <a:endParaRPr sz="5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2274" y="2158164"/>
            <a:ext cx="7115724" cy="59721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573" y="2640723"/>
            <a:ext cx="140241" cy="1402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573" y="3848960"/>
            <a:ext cx="140241" cy="1402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573" y="5057197"/>
            <a:ext cx="140241" cy="1402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573" y="6869552"/>
            <a:ext cx="140241" cy="1402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0872" y="2325964"/>
            <a:ext cx="10415905" cy="5462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99"/>
              </a:lnSpc>
              <a:spcBef>
                <a:spcPts val="100"/>
              </a:spcBef>
            </a:pPr>
            <a:r>
              <a:rPr dirty="0" sz="3400" spc="70" b="1">
                <a:latin typeface="Arial"/>
                <a:cs typeface="Arial"/>
              </a:rPr>
              <a:t>A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85" b="1">
                <a:latin typeface="Arial"/>
                <a:cs typeface="Arial"/>
              </a:rPr>
              <a:t>servo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motor</a:t>
            </a:r>
            <a:r>
              <a:rPr dirty="0" sz="3400" spc="-105" b="1">
                <a:latin typeface="Arial"/>
                <a:cs typeface="Arial"/>
              </a:rPr>
              <a:t> </a:t>
            </a:r>
            <a:r>
              <a:rPr dirty="0" sz="3400" spc="-120" b="1">
                <a:latin typeface="Arial"/>
                <a:cs typeface="Arial"/>
              </a:rPr>
              <a:t>is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10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motor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95" b="1">
                <a:latin typeface="Arial"/>
                <a:cs typeface="Arial"/>
              </a:rPr>
              <a:t>used</a:t>
            </a:r>
            <a:r>
              <a:rPr dirty="0" sz="3400" spc="-10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for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65" b="1">
                <a:latin typeface="Arial"/>
                <a:cs typeface="Arial"/>
              </a:rPr>
              <a:t>precisemovement </a:t>
            </a:r>
            <a:r>
              <a:rPr dirty="0" sz="3400" b="1">
                <a:latin typeface="Arial"/>
                <a:cs typeface="Arial"/>
              </a:rPr>
              <a:t>(exact</a:t>
            </a:r>
            <a:r>
              <a:rPr dirty="0" sz="3400" spc="-1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angle</a:t>
            </a:r>
            <a:r>
              <a:rPr dirty="0" sz="3400" spc="-180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control).</a:t>
            </a:r>
            <a:endParaRPr sz="3400">
              <a:latin typeface="Arial"/>
              <a:cs typeface="Arial"/>
            </a:endParaRPr>
          </a:p>
          <a:p>
            <a:pPr marL="12700" marR="276860">
              <a:lnSpc>
                <a:spcPct val="116599"/>
              </a:lnSpc>
            </a:pPr>
            <a:r>
              <a:rPr dirty="0" sz="3400" spc="75" b="1">
                <a:latin typeface="Arial"/>
                <a:cs typeface="Arial"/>
              </a:rPr>
              <a:t>It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105" b="1">
                <a:latin typeface="Arial"/>
                <a:cs typeface="Arial"/>
              </a:rPr>
              <a:t>receives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75" b="1">
                <a:latin typeface="Arial"/>
                <a:cs typeface="Arial"/>
              </a:rPr>
              <a:t>signals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from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50" b="1">
                <a:latin typeface="Arial"/>
                <a:cs typeface="Arial"/>
              </a:rPr>
              <a:t>ESP32Based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on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spc="-25" b="1">
                <a:latin typeface="Arial"/>
                <a:cs typeface="Arial"/>
              </a:rPr>
              <a:t>the </a:t>
            </a:r>
            <a:r>
              <a:rPr dirty="0" sz="3400" spc="-50" b="1">
                <a:latin typeface="Arial"/>
                <a:cs typeface="Arial"/>
              </a:rPr>
              <a:t>signal,</a:t>
            </a:r>
            <a:r>
              <a:rPr dirty="0" sz="3400" spc="-7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it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rotates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</a:t>
            </a:r>
            <a:r>
              <a:rPr dirty="0" sz="3400" spc="-7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fixed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angle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(like0°,</a:t>
            </a:r>
            <a:r>
              <a:rPr dirty="0" sz="3400" spc="-7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90°,</a:t>
            </a:r>
            <a:r>
              <a:rPr dirty="0" sz="3400" spc="-7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fi80°) </a:t>
            </a:r>
            <a:r>
              <a:rPr dirty="0" sz="3400" spc="75" b="1">
                <a:latin typeface="Arial"/>
                <a:cs typeface="Arial"/>
              </a:rPr>
              <a:t>It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120" b="1">
                <a:latin typeface="Arial"/>
                <a:cs typeface="Arial"/>
              </a:rPr>
              <a:t>is</a:t>
            </a:r>
            <a:r>
              <a:rPr dirty="0" sz="3400" spc="-80" b="1">
                <a:latin typeface="Arial"/>
                <a:cs typeface="Arial"/>
              </a:rPr>
              <a:t> </a:t>
            </a:r>
            <a:r>
              <a:rPr dirty="0" sz="3400" spc="-95" b="1">
                <a:latin typeface="Arial"/>
                <a:cs typeface="Arial"/>
              </a:rPr>
              <a:t>connected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to</a:t>
            </a:r>
            <a:r>
              <a:rPr dirty="0" sz="3400" spc="-8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65" b="1">
                <a:latin typeface="Arial"/>
                <a:cs typeface="Arial"/>
              </a:rPr>
              <a:t>gas</a:t>
            </a:r>
            <a:r>
              <a:rPr dirty="0" sz="3400" spc="-8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knob/valveWhen</a:t>
            </a:r>
            <a:r>
              <a:rPr dirty="0" sz="3400" spc="-85" b="1">
                <a:latin typeface="Arial"/>
                <a:cs typeface="Arial"/>
              </a:rPr>
              <a:t> </a:t>
            </a:r>
            <a:r>
              <a:rPr dirty="0" sz="3400" spc="-25" b="1">
                <a:latin typeface="Arial"/>
                <a:cs typeface="Arial"/>
              </a:rPr>
              <a:t>gas </a:t>
            </a:r>
            <a:r>
              <a:rPr dirty="0" sz="3400" b="1">
                <a:latin typeface="Arial"/>
                <a:cs typeface="Arial"/>
              </a:rPr>
              <a:t>leakage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120" b="1">
                <a:latin typeface="Arial"/>
                <a:cs typeface="Arial"/>
              </a:rPr>
              <a:t>is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detected,</a:t>
            </a:r>
            <a:r>
              <a:rPr dirty="0" sz="3400" spc="-11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it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automaticallyrotates</a:t>
            </a:r>
            <a:r>
              <a:rPr dirty="0" sz="3400" spc="-114" b="1">
                <a:latin typeface="Arial"/>
                <a:cs typeface="Arial"/>
              </a:rPr>
              <a:t> </a:t>
            </a:r>
            <a:r>
              <a:rPr dirty="0" sz="3400" spc="-25" b="1">
                <a:latin typeface="Arial"/>
                <a:cs typeface="Arial"/>
              </a:rPr>
              <a:t>and </a:t>
            </a:r>
            <a:r>
              <a:rPr dirty="0" sz="3400" spc="-130" b="1">
                <a:latin typeface="Arial"/>
                <a:cs typeface="Arial"/>
              </a:rPr>
              <a:t>closes</a:t>
            </a:r>
            <a:r>
              <a:rPr dirty="0" sz="3400" spc="-6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the</a:t>
            </a:r>
            <a:r>
              <a:rPr dirty="0" sz="3400" spc="-55" b="1">
                <a:latin typeface="Arial"/>
                <a:cs typeface="Arial"/>
              </a:rPr>
              <a:t> </a:t>
            </a:r>
            <a:r>
              <a:rPr dirty="0" sz="3400" spc="385" b="1">
                <a:latin typeface="Arial"/>
                <a:cs typeface="Arial"/>
              </a:rPr>
              <a:t>valve</a:t>
            </a:r>
            <a:r>
              <a:rPr dirty="0" sz="1300" spc="385">
                <a:latin typeface="Arial MT"/>
                <a:cs typeface="Arial MT"/>
              </a:rPr>
              <a:t>🔸</a:t>
            </a:r>
            <a:endParaRPr sz="1300">
              <a:latin typeface="Arial MT"/>
              <a:cs typeface="Arial MT"/>
            </a:endParaRPr>
          </a:p>
          <a:p>
            <a:pPr marL="12700" marR="80645" indent="116839">
              <a:lnSpc>
                <a:spcPct val="116599"/>
              </a:lnSpc>
            </a:pPr>
            <a:r>
              <a:rPr dirty="0" sz="3400" spc="-10" b="1">
                <a:latin typeface="Arial"/>
                <a:cs typeface="Arial"/>
              </a:rPr>
              <a:t>ExampleIf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leakage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3400" spc="-80" b="1">
                <a:latin typeface="Arial"/>
                <a:cs typeface="Arial"/>
              </a:rPr>
              <a:t>happens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1600" spc="1980" b="1">
                <a:latin typeface="Arial"/>
                <a:cs typeface="Arial"/>
              </a:rPr>
              <a:t>→</a:t>
            </a:r>
            <a:r>
              <a:rPr dirty="0" sz="1600" spc="204" b="1">
                <a:latin typeface="Arial"/>
                <a:cs typeface="Arial"/>
              </a:rPr>
              <a:t> </a:t>
            </a:r>
            <a:r>
              <a:rPr dirty="0" sz="3400" spc="-85" b="1">
                <a:latin typeface="Arial"/>
                <a:cs typeface="Arial"/>
              </a:rPr>
              <a:t>servo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rotates</a:t>
            </a:r>
            <a:r>
              <a:rPr dirty="0" sz="3400" spc="-130" b="1">
                <a:latin typeface="Arial"/>
                <a:cs typeface="Arial"/>
              </a:rPr>
              <a:t> </a:t>
            </a:r>
            <a:r>
              <a:rPr dirty="0" sz="1600" spc="1980" b="1">
                <a:latin typeface="Arial"/>
                <a:cs typeface="Arial"/>
              </a:rPr>
              <a:t>→</a:t>
            </a:r>
            <a:r>
              <a:rPr dirty="0" sz="1600" spc="200" b="1">
                <a:latin typeface="Arial"/>
                <a:cs typeface="Arial"/>
              </a:rPr>
              <a:t> </a:t>
            </a:r>
            <a:r>
              <a:rPr dirty="0" sz="3400" spc="-25" b="1">
                <a:latin typeface="Arial"/>
                <a:cs typeface="Arial"/>
              </a:rPr>
              <a:t>gas </a:t>
            </a:r>
            <a:r>
              <a:rPr dirty="0" sz="3400" spc="-45" b="1">
                <a:latin typeface="Arial"/>
                <a:cs typeface="Arial"/>
              </a:rPr>
              <a:t>supply</a:t>
            </a:r>
            <a:r>
              <a:rPr dirty="0" sz="3400" spc="-190" b="1">
                <a:latin typeface="Arial"/>
                <a:cs typeface="Arial"/>
              </a:rPr>
              <a:t> </a:t>
            </a:r>
            <a:r>
              <a:rPr dirty="0" sz="3400" spc="-20" b="1">
                <a:latin typeface="Arial"/>
                <a:cs typeface="Arial"/>
              </a:rPr>
              <a:t>stops</a:t>
            </a:r>
            <a:endParaRPr sz="34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77933" y="962056"/>
            <a:ext cx="5132070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114"/>
              <a:t>SERVO</a:t>
            </a:r>
            <a:r>
              <a:rPr dirty="0" sz="5500" spc="-254"/>
              <a:t> </a:t>
            </a:r>
            <a:r>
              <a:rPr dirty="0" sz="5500" spc="-35"/>
              <a:t>MOTOR</a:t>
            </a:r>
            <a:endParaRPr sz="5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8729" y="1873502"/>
            <a:ext cx="5867399" cy="5867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306" y="2757167"/>
            <a:ext cx="190500" cy="190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306" y="4319267"/>
            <a:ext cx="190500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306" y="5881367"/>
            <a:ext cx="190500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306" y="6662418"/>
            <a:ext cx="190500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16077" y="2351390"/>
            <a:ext cx="9016365" cy="4711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15695">
              <a:lnSpc>
                <a:spcPct val="116500"/>
              </a:lnSpc>
              <a:spcBef>
                <a:spcPts val="95"/>
              </a:spcBef>
            </a:pPr>
            <a:r>
              <a:rPr dirty="0" sz="4400" spc="95" b="1">
                <a:latin typeface="Arial"/>
                <a:cs typeface="Arial"/>
              </a:rPr>
              <a:t>A</a:t>
            </a:r>
            <a:r>
              <a:rPr dirty="0" sz="4400" spc="-100" b="1">
                <a:latin typeface="Arial"/>
                <a:cs typeface="Arial"/>
              </a:rPr>
              <a:t> </a:t>
            </a:r>
            <a:r>
              <a:rPr dirty="0" sz="4400" spc="-70" b="1">
                <a:latin typeface="Arial"/>
                <a:cs typeface="Arial"/>
              </a:rPr>
              <a:t>buzzer</a:t>
            </a:r>
            <a:r>
              <a:rPr dirty="0" sz="4400" spc="-95" b="1">
                <a:latin typeface="Arial"/>
                <a:cs typeface="Arial"/>
              </a:rPr>
              <a:t> </a:t>
            </a:r>
            <a:r>
              <a:rPr dirty="0" sz="4400" spc="-170" b="1">
                <a:latin typeface="Arial"/>
                <a:cs typeface="Arial"/>
              </a:rPr>
              <a:t>is</a:t>
            </a:r>
            <a:r>
              <a:rPr dirty="0" sz="4400" spc="-95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a</a:t>
            </a:r>
            <a:r>
              <a:rPr dirty="0" sz="4400" spc="-95" b="1">
                <a:latin typeface="Arial"/>
                <a:cs typeface="Arial"/>
              </a:rPr>
              <a:t> </a:t>
            </a:r>
            <a:r>
              <a:rPr dirty="0" sz="4400" spc="-80" b="1">
                <a:latin typeface="Arial"/>
                <a:cs typeface="Arial"/>
              </a:rPr>
              <a:t>sound-</a:t>
            </a:r>
            <a:r>
              <a:rPr dirty="0" sz="4400" spc="-95" b="1">
                <a:latin typeface="Arial"/>
                <a:cs typeface="Arial"/>
              </a:rPr>
              <a:t>producing </a:t>
            </a:r>
            <a:r>
              <a:rPr dirty="0" sz="4400" spc="-10" b="1">
                <a:latin typeface="Arial"/>
                <a:cs typeface="Arial"/>
              </a:rPr>
              <a:t>device</a:t>
            </a:r>
            <a:endParaRPr sz="4400">
              <a:latin typeface="Arial"/>
              <a:cs typeface="Arial"/>
            </a:endParaRPr>
          </a:p>
          <a:p>
            <a:pPr marL="12700" marR="193675">
              <a:lnSpc>
                <a:spcPts val="6150"/>
              </a:lnSpc>
              <a:spcBef>
                <a:spcPts val="350"/>
              </a:spcBef>
            </a:pPr>
            <a:r>
              <a:rPr dirty="0" sz="4400" spc="95" b="1">
                <a:latin typeface="Arial"/>
                <a:cs typeface="Arial"/>
              </a:rPr>
              <a:t>When</a:t>
            </a:r>
            <a:r>
              <a:rPr dirty="0" sz="4400" spc="-114" b="1">
                <a:latin typeface="Arial"/>
                <a:cs typeface="Arial"/>
              </a:rPr>
              <a:t> </a:t>
            </a:r>
            <a:r>
              <a:rPr dirty="0" sz="4400" spc="50" b="1">
                <a:latin typeface="Arial"/>
                <a:cs typeface="Arial"/>
              </a:rPr>
              <a:t>it</a:t>
            </a:r>
            <a:r>
              <a:rPr dirty="0" sz="4400" spc="-110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gets</a:t>
            </a:r>
            <a:r>
              <a:rPr dirty="0" sz="4400" spc="-110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power,</a:t>
            </a:r>
            <a:r>
              <a:rPr dirty="0" sz="4400" spc="-110" b="1">
                <a:latin typeface="Arial"/>
                <a:cs typeface="Arial"/>
              </a:rPr>
              <a:t> </a:t>
            </a:r>
            <a:r>
              <a:rPr dirty="0" sz="4400" spc="50" b="1">
                <a:latin typeface="Arial"/>
                <a:cs typeface="Arial"/>
              </a:rPr>
              <a:t>it</a:t>
            </a:r>
            <a:r>
              <a:rPr dirty="0" sz="4400" spc="-110" b="1">
                <a:latin typeface="Arial"/>
                <a:cs typeface="Arial"/>
              </a:rPr>
              <a:t> </a:t>
            </a:r>
            <a:r>
              <a:rPr dirty="0" sz="4400" spc="-145" b="1">
                <a:latin typeface="Arial"/>
                <a:cs typeface="Arial"/>
              </a:rPr>
              <a:t>produces</a:t>
            </a:r>
            <a:r>
              <a:rPr dirty="0" sz="4400" spc="-110" b="1">
                <a:latin typeface="Arial"/>
                <a:cs typeface="Arial"/>
              </a:rPr>
              <a:t> </a:t>
            </a:r>
            <a:r>
              <a:rPr dirty="0" sz="4400" spc="-50" b="1">
                <a:latin typeface="Arial"/>
                <a:cs typeface="Arial"/>
              </a:rPr>
              <a:t>a </a:t>
            </a:r>
            <a:r>
              <a:rPr dirty="0" sz="4400" spc="-140" b="1">
                <a:latin typeface="Arial"/>
                <a:cs typeface="Arial"/>
              </a:rPr>
              <a:t>beepsoundGives</a:t>
            </a:r>
            <a:r>
              <a:rPr dirty="0" sz="4400" spc="-160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warning</a:t>
            </a:r>
            <a:r>
              <a:rPr dirty="0" sz="4400" spc="-160" b="1">
                <a:latin typeface="Arial"/>
                <a:cs typeface="Arial"/>
              </a:rPr>
              <a:t> </a:t>
            </a:r>
            <a:r>
              <a:rPr dirty="0" sz="4400" spc="-10" b="1">
                <a:latin typeface="Arial"/>
                <a:cs typeface="Arial"/>
              </a:rPr>
              <a:t>alert </a:t>
            </a:r>
            <a:r>
              <a:rPr dirty="0" sz="4400" b="1">
                <a:latin typeface="Arial"/>
                <a:cs typeface="Arial"/>
              </a:rPr>
              <a:t>when</a:t>
            </a:r>
            <a:r>
              <a:rPr dirty="0" sz="4400" spc="-160" b="1">
                <a:latin typeface="Arial"/>
                <a:cs typeface="Arial"/>
              </a:rPr>
              <a:t> </a:t>
            </a:r>
            <a:r>
              <a:rPr dirty="0" sz="4400" spc="-80" b="1">
                <a:latin typeface="Arial"/>
                <a:cs typeface="Arial"/>
              </a:rPr>
              <a:t>gas</a:t>
            </a:r>
            <a:r>
              <a:rPr dirty="0" sz="4400" spc="-155" b="1">
                <a:latin typeface="Arial"/>
                <a:cs typeface="Arial"/>
              </a:rPr>
              <a:t> </a:t>
            </a:r>
            <a:r>
              <a:rPr dirty="0" sz="4400" spc="-45" b="1">
                <a:latin typeface="Arial"/>
                <a:cs typeface="Arial"/>
              </a:rPr>
              <a:t>leakageoccurs</a:t>
            </a:r>
            <a:endParaRPr sz="4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4400" b="1">
                <a:latin typeface="Arial"/>
                <a:cs typeface="Arial"/>
              </a:rPr>
              <a:t>Helps</a:t>
            </a:r>
            <a:r>
              <a:rPr dirty="0" sz="4400" spc="-210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people</a:t>
            </a:r>
            <a:r>
              <a:rPr dirty="0" sz="4400" spc="-204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know</a:t>
            </a:r>
            <a:r>
              <a:rPr dirty="0" sz="4400" spc="-204" b="1">
                <a:latin typeface="Arial"/>
                <a:cs typeface="Arial"/>
              </a:rPr>
              <a:t> </a:t>
            </a:r>
            <a:r>
              <a:rPr dirty="0" sz="4400" spc="-25" b="1">
                <a:latin typeface="Arial"/>
                <a:cs typeface="Arial"/>
              </a:rPr>
              <a:t>danger</a:t>
            </a:r>
            <a:r>
              <a:rPr dirty="0" sz="4400" spc="-204" b="1">
                <a:latin typeface="Arial"/>
                <a:cs typeface="Arial"/>
              </a:rPr>
              <a:t> </a:t>
            </a:r>
            <a:r>
              <a:rPr dirty="0" sz="4400" spc="-60" b="1">
                <a:latin typeface="Arial"/>
                <a:cs typeface="Arial"/>
              </a:rPr>
              <a:t>quickly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539096" y="1317165"/>
            <a:ext cx="271335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20"/>
              <a:t>BUZZER</a:t>
            </a:r>
            <a:endParaRPr sz="5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5371" y="1974813"/>
            <a:ext cx="6800849" cy="68008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8773" y="1911377"/>
            <a:ext cx="44831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EXHAUST</a:t>
            </a:r>
            <a:r>
              <a:rPr dirty="0" spc="-300"/>
              <a:t> </a:t>
            </a:r>
            <a:r>
              <a:rPr dirty="0" spc="-25"/>
              <a:t>FAN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750" y="3786187"/>
            <a:ext cx="152399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750" y="5700712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750" y="6338887"/>
            <a:ext cx="152399" cy="152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5656" y="3455352"/>
            <a:ext cx="7550784" cy="321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8290">
              <a:lnSpc>
                <a:spcPct val="116300"/>
              </a:lnSpc>
              <a:spcBef>
                <a:spcPts val="100"/>
              </a:spcBef>
            </a:pPr>
            <a:r>
              <a:rPr dirty="0" sz="3600" spc="75" b="1">
                <a:latin typeface="Arial"/>
                <a:cs typeface="Arial"/>
              </a:rPr>
              <a:t>A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small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fan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spc="-100" b="1">
                <a:latin typeface="Arial"/>
                <a:cs typeface="Arial"/>
              </a:rPr>
              <a:t>used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to</a:t>
            </a:r>
            <a:r>
              <a:rPr dirty="0" sz="3600" spc="-60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remove </a:t>
            </a:r>
            <a:r>
              <a:rPr dirty="0" sz="3600" b="1">
                <a:latin typeface="Arial"/>
                <a:cs typeface="Arial"/>
              </a:rPr>
              <a:t>air/gasWhen</a:t>
            </a:r>
            <a:r>
              <a:rPr dirty="0" sz="3600" spc="-7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turned</a:t>
            </a:r>
            <a:r>
              <a:rPr dirty="0" sz="3600" spc="-6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ON,</a:t>
            </a:r>
            <a:r>
              <a:rPr dirty="0" sz="3600" spc="-6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it</a:t>
            </a:r>
            <a:r>
              <a:rPr dirty="0" sz="3600" spc="-65" b="1">
                <a:latin typeface="Arial"/>
                <a:cs typeface="Arial"/>
              </a:rPr>
              <a:t> </a:t>
            </a:r>
            <a:r>
              <a:rPr dirty="0" sz="3600" spc="-100" b="1">
                <a:latin typeface="Arial"/>
                <a:cs typeface="Arial"/>
              </a:rPr>
              <a:t>pushes </a:t>
            </a:r>
            <a:r>
              <a:rPr dirty="0" sz="3600" b="1">
                <a:latin typeface="Arial"/>
                <a:cs typeface="Arial"/>
              </a:rPr>
              <a:t>out</a:t>
            </a:r>
            <a:r>
              <a:rPr dirty="0" sz="3600" spc="-110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theair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116300"/>
              </a:lnSpc>
            </a:pPr>
            <a:r>
              <a:rPr dirty="0" sz="3600" spc="-110" b="1">
                <a:latin typeface="Arial"/>
                <a:cs typeface="Arial"/>
              </a:rPr>
              <a:t>Removes</a:t>
            </a:r>
            <a:r>
              <a:rPr dirty="0" sz="3600" spc="-12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leaked</a:t>
            </a:r>
            <a:r>
              <a:rPr dirty="0" sz="3600" spc="-120" b="1">
                <a:latin typeface="Arial"/>
                <a:cs typeface="Arial"/>
              </a:rPr>
              <a:t> </a:t>
            </a:r>
            <a:r>
              <a:rPr dirty="0" sz="3600" spc="-60" b="1">
                <a:latin typeface="Arial"/>
                <a:cs typeface="Arial"/>
              </a:rPr>
              <a:t>gas</a:t>
            </a:r>
            <a:r>
              <a:rPr dirty="0" sz="3600" spc="-12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from</a:t>
            </a:r>
            <a:r>
              <a:rPr dirty="0" sz="3600" spc="-114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the</a:t>
            </a:r>
            <a:r>
              <a:rPr dirty="0" sz="3600" spc="-120" b="1">
                <a:latin typeface="Arial"/>
                <a:cs typeface="Arial"/>
              </a:rPr>
              <a:t> </a:t>
            </a:r>
            <a:r>
              <a:rPr dirty="0" sz="3600" spc="-20" b="1">
                <a:latin typeface="Arial"/>
                <a:cs typeface="Arial"/>
              </a:rPr>
              <a:t>room </a:t>
            </a:r>
            <a:r>
              <a:rPr dirty="0" sz="3600" spc="-140" b="1">
                <a:latin typeface="Arial"/>
                <a:cs typeface="Arial"/>
              </a:rPr>
              <a:t>Reduces</a:t>
            </a:r>
            <a:r>
              <a:rPr dirty="0" sz="3600" spc="-114" b="1">
                <a:latin typeface="Arial"/>
                <a:cs typeface="Arial"/>
              </a:rPr>
              <a:t> </a:t>
            </a:r>
            <a:r>
              <a:rPr dirty="0" sz="3600" spc="-70" b="1">
                <a:latin typeface="Arial"/>
                <a:cs typeface="Arial"/>
              </a:rPr>
              <a:t>risk</a:t>
            </a:r>
            <a:r>
              <a:rPr dirty="0" sz="3600" spc="-10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of</a:t>
            </a:r>
            <a:r>
              <a:rPr dirty="0" sz="3600" spc="-10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fire</a:t>
            </a:r>
            <a:r>
              <a:rPr dirty="0" sz="3600" spc="-10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or</a:t>
            </a:r>
            <a:r>
              <a:rPr dirty="0" sz="3600" spc="-105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explosion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446" rIns="0" bIns="0" rtlCol="0" vert="horz">
            <a:spAutoFit/>
          </a:bodyPr>
          <a:lstStyle/>
          <a:p>
            <a:pPr marL="63754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FEEDBACK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850733"/>
            <a:ext cx="17647920" cy="4029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248910" marR="4702810">
              <a:lnSpc>
                <a:spcPct val="116700"/>
              </a:lnSpc>
              <a:spcBef>
                <a:spcPts val="95"/>
              </a:spcBef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fi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R.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Sandhya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Rani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(Home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Maker) Feedback:</a:t>
            </a:r>
            <a:endParaRPr sz="3000">
              <a:latin typeface="Arial"/>
              <a:cs typeface="Arial"/>
            </a:endParaRPr>
          </a:p>
          <a:p>
            <a:pPr algn="ctr" marL="53848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Arial"/>
                <a:cs typeface="Arial"/>
              </a:rPr>
              <a:t>"I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think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this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very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useful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for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homes.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Instant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90" b="1">
                <a:latin typeface="Arial"/>
                <a:cs typeface="Arial"/>
              </a:rPr>
              <a:t>will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help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families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prevent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accidents."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80"/>
              </a:spcBef>
            </a:pPr>
            <a:endParaRPr sz="3000">
              <a:latin typeface="Arial"/>
              <a:cs typeface="Arial"/>
            </a:endParaRPr>
          </a:p>
          <a:p>
            <a:pPr algn="ctr" marL="4828540" marR="4820920">
              <a:lnSpc>
                <a:spcPct val="116700"/>
              </a:lnSpc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2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Eswaramma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(Restaurant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Owner) Feedback: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65" b="1">
                <a:latin typeface="Arial"/>
                <a:cs typeface="Arial"/>
              </a:rPr>
              <a:t>"This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project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90" b="1">
                <a:latin typeface="Arial"/>
                <a:cs typeface="Arial"/>
              </a:rPr>
              <a:t>will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improve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safety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in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commercial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75" b="1">
                <a:latin typeface="Arial"/>
                <a:cs typeface="Arial"/>
              </a:rPr>
              <a:t>kitchens.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Mobile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alarms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are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very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helpful."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341" y="7000459"/>
            <a:ext cx="1508633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923790" marR="4916170">
              <a:lnSpc>
                <a:spcPct val="116700"/>
              </a:lnSpc>
              <a:spcBef>
                <a:spcPts val="95"/>
              </a:spcBef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3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Veni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(Housewife) Feedback: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Arial"/>
                <a:cs typeface="Arial"/>
              </a:rPr>
              <a:t>"I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like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idea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automatic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leak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detection.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75" b="1">
                <a:latin typeface="Arial"/>
                <a:cs typeface="Arial"/>
              </a:rPr>
              <a:t>It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gives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peace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mind</a:t>
            </a:r>
            <a:r>
              <a:rPr dirty="0" sz="3000" spc="-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while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30" b="1">
                <a:latin typeface="Arial"/>
                <a:cs typeface="Arial"/>
              </a:rPr>
              <a:t>cooking."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073" y="548409"/>
            <a:ext cx="17935575" cy="8684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834255" marR="6873240">
              <a:lnSpc>
                <a:spcPct val="116700"/>
              </a:lnSpc>
              <a:spcBef>
                <a:spcPts val="95"/>
              </a:spcBef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4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Shankar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(Shop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Owner) Feedback:</a:t>
            </a:r>
            <a:endParaRPr sz="3000">
              <a:latin typeface="Arial"/>
              <a:cs typeface="Arial"/>
            </a:endParaRPr>
          </a:p>
          <a:p>
            <a:pPr algn="ctr" marR="2038350">
              <a:lnSpc>
                <a:spcPct val="100000"/>
              </a:lnSpc>
              <a:spcBef>
                <a:spcPts val="600"/>
              </a:spcBef>
            </a:pPr>
            <a:r>
              <a:rPr dirty="0" sz="3000" spc="-65" b="1">
                <a:latin typeface="Arial"/>
                <a:cs typeface="Arial"/>
              </a:rPr>
              <a:t>"This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0" b="1">
                <a:latin typeface="Arial"/>
                <a:cs typeface="Arial"/>
              </a:rPr>
              <a:t>can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reduce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55" b="1">
                <a:latin typeface="Arial"/>
                <a:cs typeface="Arial"/>
              </a:rPr>
              <a:t>risk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of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fire.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75" b="1">
                <a:latin typeface="Arial"/>
                <a:cs typeface="Arial"/>
              </a:rPr>
              <a:t>It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should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be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simple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install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easy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to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use."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3000">
              <a:latin typeface="Arial"/>
              <a:cs typeface="Arial"/>
            </a:endParaRPr>
          </a:p>
          <a:p>
            <a:pPr algn="ctr" marL="5760085" marR="6709409">
              <a:lnSpc>
                <a:spcPct val="116700"/>
              </a:lnSpc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5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Satyavathi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(Tailor) Feedback:</a:t>
            </a:r>
            <a:endParaRPr sz="3000">
              <a:latin typeface="Arial"/>
              <a:cs typeface="Arial"/>
            </a:endParaRPr>
          </a:p>
          <a:p>
            <a:pPr algn="ctr" marR="94869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Arial"/>
                <a:cs typeface="Arial"/>
              </a:rPr>
              <a:t>"I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feel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this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80" b="1">
                <a:latin typeface="Arial"/>
                <a:cs typeface="Arial"/>
              </a:rPr>
              <a:t>device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useful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for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5" b="1">
                <a:latin typeface="Arial"/>
                <a:cs typeface="Arial"/>
              </a:rPr>
              <a:t>every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home.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75" b="1">
                <a:latin typeface="Arial"/>
                <a:cs typeface="Arial"/>
              </a:rPr>
              <a:t>It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should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detect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even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small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gas</a:t>
            </a:r>
            <a:r>
              <a:rPr dirty="0" sz="3000" spc="-105" b="1">
                <a:latin typeface="Arial"/>
                <a:cs typeface="Arial"/>
              </a:rPr>
              <a:t> </a:t>
            </a:r>
            <a:r>
              <a:rPr dirty="0" sz="3000" spc="-20" b="1">
                <a:latin typeface="Arial"/>
                <a:cs typeface="Arial"/>
              </a:rPr>
              <a:t>leaks</a:t>
            </a:r>
            <a:r>
              <a:rPr dirty="0" sz="3000" spc="-1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accurately."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75"/>
              </a:spcBef>
            </a:pPr>
            <a:endParaRPr sz="3000">
              <a:latin typeface="Arial"/>
              <a:cs typeface="Arial"/>
            </a:endParaRPr>
          </a:p>
          <a:p>
            <a:pPr algn="ctr" marL="5859145" marR="5851525">
              <a:lnSpc>
                <a:spcPct val="116700"/>
              </a:lnSpc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6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Ajay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(College</a:t>
            </a:r>
            <a:r>
              <a:rPr dirty="0" sz="3000" spc="-114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Student) Feedback: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000" spc="-65" b="1">
                <a:latin typeface="Arial"/>
                <a:cs typeface="Arial"/>
              </a:rPr>
              <a:t>"This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95" b="1">
                <a:latin typeface="Arial"/>
                <a:cs typeface="Arial"/>
              </a:rPr>
              <a:t>is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smart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45" b="1">
                <a:latin typeface="Arial"/>
                <a:cs typeface="Arial"/>
              </a:rPr>
              <a:t>innovative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idea.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Real-time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notifications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90" b="1">
                <a:latin typeface="Arial"/>
                <a:cs typeface="Arial"/>
              </a:rPr>
              <a:t>will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make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the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system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more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effective."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000">
              <a:latin typeface="Arial"/>
              <a:cs typeface="Arial"/>
            </a:endParaRPr>
          </a:p>
          <a:p>
            <a:pPr algn="ctr" marL="3632835" marR="3625215">
              <a:lnSpc>
                <a:spcPct val="116700"/>
              </a:lnSpc>
            </a:pPr>
            <a:r>
              <a:rPr dirty="0" sz="3000" spc="-65" b="1">
                <a:latin typeface="Arial"/>
                <a:cs typeface="Arial"/>
              </a:rPr>
              <a:t>Persona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130" b="1">
                <a:latin typeface="Arial"/>
                <a:cs typeface="Arial"/>
              </a:rPr>
              <a:t>7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65" b="1">
                <a:latin typeface="Arial"/>
                <a:cs typeface="Arial"/>
              </a:rPr>
              <a:t>Guna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70" b="1">
                <a:latin typeface="Arial"/>
                <a:cs typeface="Arial"/>
              </a:rPr>
              <a:t>Srinivas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(Aircraft</a:t>
            </a:r>
            <a:r>
              <a:rPr dirty="0" sz="3000" spc="-95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Maintenance</a:t>
            </a:r>
            <a:r>
              <a:rPr dirty="0" sz="3000" spc="-10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Technician) </a:t>
            </a:r>
            <a:r>
              <a:rPr dirty="0" sz="3000" spc="-10" b="1">
                <a:latin typeface="Arial"/>
                <a:cs typeface="Arial"/>
              </a:rPr>
              <a:t>Feedback:</a:t>
            </a:r>
            <a:endParaRPr sz="3000">
              <a:latin typeface="Arial"/>
              <a:cs typeface="Arial"/>
            </a:endParaRPr>
          </a:p>
          <a:p>
            <a:pPr algn="ctr" marL="12065" marR="5080">
              <a:lnSpc>
                <a:spcPts val="42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"The</a:t>
            </a:r>
            <a:r>
              <a:rPr dirty="0" sz="3000" spc="-135" b="1">
                <a:latin typeface="Arial"/>
                <a:cs typeface="Arial"/>
              </a:rPr>
              <a:t> </a:t>
            </a:r>
            <a:r>
              <a:rPr dirty="0" sz="3000" spc="-35" b="1">
                <a:latin typeface="Arial"/>
                <a:cs typeface="Arial"/>
              </a:rPr>
              <a:t>project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80" b="1">
                <a:latin typeface="Arial"/>
                <a:cs typeface="Arial"/>
              </a:rPr>
              <a:t>has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50" b="1">
                <a:latin typeface="Arial"/>
                <a:cs typeface="Arial"/>
              </a:rPr>
              <a:t>good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safety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potential.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75" b="1">
                <a:latin typeface="Arial"/>
                <a:cs typeface="Arial"/>
              </a:rPr>
              <a:t>It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should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be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reliable,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60" b="1">
                <a:latin typeface="Arial"/>
                <a:cs typeface="Arial"/>
              </a:rPr>
              <a:t>accurate,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and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40" b="1">
                <a:latin typeface="Arial"/>
                <a:cs typeface="Arial"/>
              </a:rPr>
              <a:t>provide</a:t>
            </a:r>
            <a:r>
              <a:rPr dirty="0" sz="3000" spc="-125" b="1">
                <a:latin typeface="Arial"/>
                <a:cs typeface="Arial"/>
              </a:rPr>
              <a:t> </a:t>
            </a:r>
            <a:r>
              <a:rPr dirty="0" sz="3000" spc="-90" b="1">
                <a:latin typeface="Arial"/>
                <a:cs typeface="Arial"/>
              </a:rPr>
              <a:t>quick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alerts</a:t>
            </a:r>
            <a:r>
              <a:rPr dirty="0" sz="3000" spc="-13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during emergencies."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4278" y="993838"/>
            <a:ext cx="4980305" cy="1016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 spc="-595" b="0">
                <a:latin typeface="Verdana"/>
                <a:cs typeface="Verdana"/>
              </a:rPr>
              <a:t>CONCLUSION</a:t>
            </a:r>
            <a:endParaRPr sz="6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08" y="2717805"/>
            <a:ext cx="18227040" cy="711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16199"/>
              </a:lnSpc>
              <a:spcBef>
                <a:spcPts val="100"/>
              </a:spcBef>
            </a:pPr>
            <a:r>
              <a:rPr dirty="0" sz="5000" spc="-505">
                <a:latin typeface="Verdana"/>
                <a:cs typeface="Verdana"/>
              </a:rPr>
              <a:t>The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Smart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620">
                <a:latin typeface="Verdana"/>
                <a:cs typeface="Verdana"/>
              </a:rPr>
              <a:t>Gas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60">
                <a:latin typeface="Verdana"/>
                <a:cs typeface="Verdana"/>
              </a:rPr>
              <a:t>Leakage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425">
                <a:latin typeface="Verdana"/>
                <a:cs typeface="Verdana"/>
              </a:rPr>
              <a:t>Detection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65">
                <a:latin typeface="Verdana"/>
                <a:cs typeface="Verdana"/>
              </a:rPr>
              <a:t>Safety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85">
                <a:latin typeface="Verdana"/>
                <a:cs typeface="Verdana"/>
              </a:rPr>
              <a:t>System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470">
                <a:latin typeface="Verdana"/>
                <a:cs typeface="Verdana"/>
              </a:rPr>
              <a:t>provides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50">
                <a:latin typeface="Verdana"/>
                <a:cs typeface="Verdana"/>
              </a:rPr>
              <a:t>an </a:t>
            </a:r>
            <a:r>
              <a:rPr dirty="0" sz="5000" spc="-380">
                <a:latin typeface="Verdana"/>
                <a:cs typeface="Verdana"/>
              </a:rPr>
              <a:t>effective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00">
                <a:latin typeface="Verdana"/>
                <a:cs typeface="Verdana"/>
              </a:rPr>
              <a:t>reliable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380">
                <a:latin typeface="Verdana"/>
                <a:cs typeface="Verdana"/>
              </a:rPr>
              <a:t>solution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305">
                <a:latin typeface="Verdana"/>
                <a:cs typeface="Verdana"/>
              </a:rPr>
              <a:t>for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40">
                <a:latin typeface="Verdana"/>
                <a:cs typeface="Verdana"/>
              </a:rPr>
              <a:t>detecting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610">
                <a:latin typeface="Verdana"/>
                <a:cs typeface="Verdana"/>
              </a:rPr>
              <a:t>gas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84">
                <a:latin typeface="Verdana"/>
                <a:cs typeface="Verdana"/>
              </a:rPr>
              <a:t>leaks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59">
                <a:latin typeface="Verdana"/>
                <a:cs typeface="Verdana"/>
              </a:rPr>
              <a:t>preventing accidents.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65">
                <a:latin typeface="Verdana"/>
                <a:cs typeface="Verdana"/>
              </a:rPr>
              <a:t>By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05">
                <a:latin typeface="Verdana"/>
                <a:cs typeface="Verdana"/>
              </a:rPr>
              <a:t>continuously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09">
                <a:latin typeface="Verdana"/>
                <a:cs typeface="Verdana"/>
              </a:rPr>
              <a:t>monitoring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610">
                <a:latin typeface="Verdana"/>
                <a:cs typeface="Verdana"/>
              </a:rPr>
              <a:t>gas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70">
                <a:latin typeface="Verdana"/>
                <a:cs typeface="Verdana"/>
              </a:rPr>
              <a:t>levels,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390">
                <a:latin typeface="Verdana"/>
                <a:cs typeface="Verdana"/>
              </a:rPr>
              <a:t>giving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05">
                <a:latin typeface="Verdana"/>
                <a:cs typeface="Verdana"/>
              </a:rPr>
              <a:t>instant </a:t>
            </a:r>
            <a:r>
              <a:rPr dirty="0" sz="5000" spc="-465">
                <a:latin typeface="Verdana"/>
                <a:cs typeface="Verdana"/>
              </a:rPr>
              <a:t>alerts,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15">
                <a:latin typeface="Verdana"/>
                <a:cs typeface="Verdana"/>
              </a:rPr>
              <a:t>automatically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385">
                <a:latin typeface="Verdana"/>
                <a:cs typeface="Verdana"/>
              </a:rPr>
              <a:t>activating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59">
                <a:latin typeface="Verdana"/>
                <a:cs typeface="Verdana"/>
              </a:rPr>
              <a:t>safety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615">
                <a:latin typeface="Verdana"/>
                <a:cs typeface="Verdana"/>
              </a:rPr>
              <a:t>measures,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480">
                <a:latin typeface="Verdana"/>
                <a:cs typeface="Verdana"/>
              </a:rPr>
              <a:t>the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95">
                <a:latin typeface="Verdana"/>
                <a:cs typeface="Verdana"/>
              </a:rPr>
              <a:t>system </a:t>
            </a:r>
            <a:r>
              <a:rPr dirty="0" sz="5000" spc="-545">
                <a:latin typeface="Verdana"/>
                <a:cs typeface="Verdana"/>
              </a:rPr>
              <a:t>enhances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80">
                <a:latin typeface="Verdana"/>
                <a:cs typeface="Verdana"/>
              </a:rPr>
              <a:t>the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59">
                <a:latin typeface="Verdana"/>
                <a:cs typeface="Verdana"/>
              </a:rPr>
              <a:t>safety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285">
                <a:latin typeface="Verdana"/>
                <a:cs typeface="Verdana"/>
              </a:rPr>
              <a:t>of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620">
                <a:latin typeface="Verdana"/>
                <a:cs typeface="Verdana"/>
              </a:rPr>
              <a:t>homes,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450">
                <a:latin typeface="Verdana"/>
                <a:cs typeface="Verdana"/>
              </a:rPr>
              <a:t>industries,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75">
                <a:latin typeface="Verdana"/>
                <a:cs typeface="Verdana"/>
              </a:rPr>
              <a:t>commercial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70">
                <a:latin typeface="Verdana"/>
                <a:cs typeface="Verdana"/>
              </a:rPr>
              <a:t>spaces.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70">
                <a:latin typeface="Verdana"/>
                <a:cs typeface="Verdana"/>
              </a:rPr>
              <a:t>It</a:t>
            </a:r>
            <a:r>
              <a:rPr dirty="0" sz="5000" spc="-675">
                <a:latin typeface="Verdana"/>
                <a:cs typeface="Verdana"/>
              </a:rPr>
              <a:t> </a:t>
            </a:r>
            <a:r>
              <a:rPr dirty="0" sz="5000" spc="-395">
                <a:latin typeface="Verdana"/>
                <a:cs typeface="Verdana"/>
              </a:rPr>
              <a:t>is </a:t>
            </a:r>
            <a:r>
              <a:rPr dirty="0" sz="5000" spc="-370">
                <a:latin typeface="Verdana"/>
                <a:cs typeface="Verdana"/>
              </a:rPr>
              <a:t>cost-</a:t>
            </a:r>
            <a:r>
              <a:rPr dirty="0" sz="5000" spc="-405">
                <a:latin typeface="Verdana"/>
                <a:cs typeface="Verdana"/>
              </a:rPr>
              <a:t>effective,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95">
                <a:latin typeface="Verdana"/>
                <a:cs typeface="Verdana"/>
              </a:rPr>
              <a:t>easy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360">
                <a:latin typeface="Verdana"/>
                <a:cs typeface="Verdana"/>
              </a:rPr>
              <a:t>to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605">
                <a:latin typeface="Verdana"/>
                <a:cs typeface="Verdana"/>
              </a:rPr>
              <a:t>use,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90">
                <a:latin typeface="Verdana"/>
                <a:cs typeface="Verdana"/>
              </a:rPr>
              <a:t>helps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409">
                <a:latin typeface="Verdana"/>
                <a:cs typeface="Verdana"/>
              </a:rPr>
              <a:t>protect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85">
                <a:latin typeface="Verdana"/>
                <a:cs typeface="Verdana"/>
              </a:rPr>
              <a:t>human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00">
                <a:latin typeface="Verdana"/>
                <a:cs typeface="Verdana"/>
              </a:rPr>
              <a:t>lives</a:t>
            </a:r>
            <a:r>
              <a:rPr dirty="0" sz="5000" spc="-680">
                <a:latin typeface="Verdana"/>
                <a:cs typeface="Verdana"/>
              </a:rPr>
              <a:t> </a:t>
            </a:r>
            <a:r>
              <a:rPr dirty="0" sz="5000" spc="-565">
                <a:latin typeface="Verdana"/>
                <a:cs typeface="Verdana"/>
              </a:rPr>
              <a:t>and </a:t>
            </a:r>
            <a:r>
              <a:rPr dirty="0" sz="5000" spc="-445">
                <a:latin typeface="Verdana"/>
                <a:cs typeface="Verdana"/>
              </a:rPr>
              <a:t>property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505">
                <a:latin typeface="Verdana"/>
                <a:cs typeface="Verdana"/>
              </a:rPr>
              <a:t>by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455">
                <a:latin typeface="Verdana"/>
                <a:cs typeface="Verdana"/>
              </a:rPr>
              <a:t>reducing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480">
                <a:latin typeface="Verdana"/>
                <a:cs typeface="Verdana"/>
              </a:rPr>
              <a:t>the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370">
                <a:latin typeface="Verdana"/>
                <a:cs typeface="Verdana"/>
              </a:rPr>
              <a:t>risk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285">
                <a:latin typeface="Verdana"/>
                <a:cs typeface="Verdana"/>
              </a:rPr>
              <a:t>of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375">
                <a:latin typeface="Verdana"/>
                <a:cs typeface="Verdana"/>
              </a:rPr>
              <a:t>fire,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470">
                <a:latin typeface="Verdana"/>
                <a:cs typeface="Verdana"/>
              </a:rPr>
              <a:t>explosions,</a:t>
            </a:r>
            <a:r>
              <a:rPr dirty="0" sz="5000" spc="-685">
                <a:latin typeface="Verdana"/>
                <a:cs typeface="Verdana"/>
              </a:rPr>
              <a:t> </a:t>
            </a:r>
            <a:r>
              <a:rPr dirty="0" sz="5000" spc="-540">
                <a:latin typeface="Verdana"/>
                <a:cs typeface="Verdana"/>
              </a:rPr>
              <a:t>and</a:t>
            </a:r>
            <a:r>
              <a:rPr dirty="0" sz="5000" spc="-690">
                <a:latin typeface="Verdana"/>
                <a:cs typeface="Verdana"/>
              </a:rPr>
              <a:t> </a:t>
            </a:r>
            <a:r>
              <a:rPr dirty="0" sz="5000" spc="-490">
                <a:latin typeface="Verdana"/>
                <a:cs typeface="Verdana"/>
              </a:rPr>
              <a:t>gas-</a:t>
            </a:r>
            <a:r>
              <a:rPr dirty="0" sz="5000" spc="-475">
                <a:latin typeface="Verdana"/>
                <a:cs typeface="Verdana"/>
              </a:rPr>
              <a:t>related </a:t>
            </a:r>
            <a:r>
              <a:rPr dirty="0" sz="5000" spc="-555">
                <a:latin typeface="Verdana"/>
                <a:cs typeface="Verdana"/>
              </a:rPr>
              <a:t>hazards.</a:t>
            </a:r>
            <a:endParaRPr sz="5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"/>
            <a:ext cx="3348354" cy="3919854"/>
          </a:xfrm>
          <a:custGeom>
            <a:avLst/>
            <a:gdLst/>
            <a:ahLst/>
            <a:cxnLst/>
            <a:rect l="l" t="t" r="r" b="b"/>
            <a:pathLst>
              <a:path w="3348354" h="3919854">
                <a:moveTo>
                  <a:pt x="0" y="3919345"/>
                </a:moveTo>
                <a:lnTo>
                  <a:pt x="0" y="0"/>
                </a:lnTo>
                <a:lnTo>
                  <a:pt x="3348219" y="0"/>
                </a:lnTo>
                <a:lnTo>
                  <a:pt x="3317302" y="33494"/>
                </a:lnTo>
                <a:lnTo>
                  <a:pt x="3292207" y="71468"/>
                </a:lnTo>
                <a:lnTo>
                  <a:pt x="3271766" y="113081"/>
                </a:lnTo>
                <a:lnTo>
                  <a:pt x="3254810" y="157494"/>
                </a:lnTo>
                <a:lnTo>
                  <a:pt x="3240171" y="203866"/>
                </a:lnTo>
                <a:lnTo>
                  <a:pt x="3226684" y="251359"/>
                </a:lnTo>
                <a:lnTo>
                  <a:pt x="3213179" y="299132"/>
                </a:lnTo>
                <a:lnTo>
                  <a:pt x="3198491" y="346346"/>
                </a:lnTo>
                <a:lnTo>
                  <a:pt x="3181451" y="392160"/>
                </a:lnTo>
                <a:lnTo>
                  <a:pt x="3160892" y="435736"/>
                </a:lnTo>
                <a:lnTo>
                  <a:pt x="3135938" y="476259"/>
                </a:lnTo>
                <a:lnTo>
                  <a:pt x="3106881" y="513139"/>
                </a:lnTo>
                <a:lnTo>
                  <a:pt x="3074115" y="546479"/>
                </a:lnTo>
                <a:lnTo>
                  <a:pt x="3038033" y="576383"/>
                </a:lnTo>
                <a:lnTo>
                  <a:pt x="2999027" y="602955"/>
                </a:lnTo>
                <a:lnTo>
                  <a:pt x="2957490" y="626299"/>
                </a:lnTo>
                <a:lnTo>
                  <a:pt x="2913816" y="646519"/>
                </a:lnTo>
                <a:lnTo>
                  <a:pt x="2868398" y="663717"/>
                </a:lnTo>
                <a:lnTo>
                  <a:pt x="2821628" y="677998"/>
                </a:lnTo>
                <a:lnTo>
                  <a:pt x="2773899" y="689466"/>
                </a:lnTo>
                <a:lnTo>
                  <a:pt x="2754899" y="692911"/>
                </a:lnTo>
                <a:lnTo>
                  <a:pt x="2134480" y="692911"/>
                </a:lnTo>
                <a:lnTo>
                  <a:pt x="2156017" y="693210"/>
                </a:lnTo>
                <a:lnTo>
                  <a:pt x="2102770" y="693210"/>
                </a:lnTo>
                <a:lnTo>
                  <a:pt x="2069409" y="694276"/>
                </a:lnTo>
                <a:lnTo>
                  <a:pt x="2004433" y="698880"/>
                </a:lnTo>
                <a:lnTo>
                  <a:pt x="1954585" y="705058"/>
                </a:lnTo>
                <a:lnTo>
                  <a:pt x="1905085" y="713587"/>
                </a:lnTo>
                <a:lnTo>
                  <a:pt x="1856038" y="724432"/>
                </a:lnTo>
                <a:lnTo>
                  <a:pt x="1807548" y="737559"/>
                </a:lnTo>
                <a:lnTo>
                  <a:pt x="1759720" y="752935"/>
                </a:lnTo>
                <a:lnTo>
                  <a:pt x="1712657" y="770523"/>
                </a:lnTo>
                <a:lnTo>
                  <a:pt x="1666465" y="790292"/>
                </a:lnTo>
                <a:lnTo>
                  <a:pt x="1621247" y="812205"/>
                </a:lnTo>
                <a:lnTo>
                  <a:pt x="1577108" y="836229"/>
                </a:lnTo>
                <a:lnTo>
                  <a:pt x="1534152" y="862329"/>
                </a:lnTo>
                <a:lnTo>
                  <a:pt x="1493320" y="890620"/>
                </a:lnTo>
                <a:lnTo>
                  <a:pt x="1455619" y="922924"/>
                </a:lnTo>
                <a:lnTo>
                  <a:pt x="1423943" y="960109"/>
                </a:lnTo>
                <a:lnTo>
                  <a:pt x="1401184" y="1003045"/>
                </a:lnTo>
                <a:lnTo>
                  <a:pt x="1390783" y="1045402"/>
                </a:lnTo>
                <a:lnTo>
                  <a:pt x="1390556" y="1087732"/>
                </a:lnTo>
                <a:lnTo>
                  <a:pt x="1399340" y="1129415"/>
                </a:lnTo>
                <a:lnTo>
                  <a:pt x="1415973" y="1169831"/>
                </a:lnTo>
                <a:lnTo>
                  <a:pt x="1439292" y="1208360"/>
                </a:lnTo>
                <a:lnTo>
                  <a:pt x="1468136" y="1244383"/>
                </a:lnTo>
                <a:lnTo>
                  <a:pt x="1501342" y="1277279"/>
                </a:lnTo>
                <a:lnTo>
                  <a:pt x="1537747" y="1306429"/>
                </a:lnTo>
                <a:lnTo>
                  <a:pt x="1576189" y="1331213"/>
                </a:lnTo>
                <a:lnTo>
                  <a:pt x="1621025" y="1355111"/>
                </a:lnTo>
                <a:lnTo>
                  <a:pt x="1667103" y="1377137"/>
                </a:lnTo>
                <a:lnTo>
                  <a:pt x="1759910" y="1419907"/>
                </a:lnTo>
                <a:lnTo>
                  <a:pt x="1805100" y="1442813"/>
                </a:lnTo>
                <a:lnTo>
                  <a:pt x="1848455" y="1468177"/>
                </a:lnTo>
                <a:lnTo>
                  <a:pt x="1889205" y="1497079"/>
                </a:lnTo>
                <a:lnTo>
                  <a:pt x="1926582" y="1530603"/>
                </a:lnTo>
                <a:lnTo>
                  <a:pt x="1956203" y="1565082"/>
                </a:lnTo>
                <a:lnTo>
                  <a:pt x="1980464" y="1602188"/>
                </a:lnTo>
                <a:lnTo>
                  <a:pt x="1999548" y="1641552"/>
                </a:lnTo>
                <a:lnTo>
                  <a:pt x="2013639" y="1682803"/>
                </a:lnTo>
                <a:lnTo>
                  <a:pt x="2022923" y="1725569"/>
                </a:lnTo>
                <a:lnTo>
                  <a:pt x="2027584" y="1769481"/>
                </a:lnTo>
                <a:lnTo>
                  <a:pt x="2027806" y="1814167"/>
                </a:lnTo>
                <a:lnTo>
                  <a:pt x="2023774" y="1859257"/>
                </a:lnTo>
                <a:lnTo>
                  <a:pt x="2015672" y="1904380"/>
                </a:lnTo>
                <a:lnTo>
                  <a:pt x="2003685" y="1949166"/>
                </a:lnTo>
                <a:lnTo>
                  <a:pt x="1987997" y="1993243"/>
                </a:lnTo>
                <a:lnTo>
                  <a:pt x="1968793" y="2036242"/>
                </a:lnTo>
                <a:lnTo>
                  <a:pt x="1946257" y="2077791"/>
                </a:lnTo>
                <a:lnTo>
                  <a:pt x="1920573" y="2117520"/>
                </a:lnTo>
                <a:lnTo>
                  <a:pt x="1891927" y="2155058"/>
                </a:lnTo>
                <a:lnTo>
                  <a:pt x="1860503" y="2190034"/>
                </a:lnTo>
                <a:lnTo>
                  <a:pt x="1826485" y="2222078"/>
                </a:lnTo>
                <a:lnTo>
                  <a:pt x="1790057" y="2250820"/>
                </a:lnTo>
                <a:lnTo>
                  <a:pt x="1749578" y="2277917"/>
                </a:lnTo>
                <a:lnTo>
                  <a:pt x="1707773" y="2302216"/>
                </a:lnTo>
                <a:lnTo>
                  <a:pt x="1664747" y="2323883"/>
                </a:lnTo>
                <a:lnTo>
                  <a:pt x="1620605" y="2343087"/>
                </a:lnTo>
                <a:lnTo>
                  <a:pt x="1575454" y="2359994"/>
                </a:lnTo>
                <a:lnTo>
                  <a:pt x="1529398" y="2374773"/>
                </a:lnTo>
                <a:lnTo>
                  <a:pt x="1482544" y="2387590"/>
                </a:lnTo>
                <a:lnTo>
                  <a:pt x="1434996" y="2398614"/>
                </a:lnTo>
                <a:lnTo>
                  <a:pt x="1386860" y="2408011"/>
                </a:lnTo>
                <a:lnTo>
                  <a:pt x="1338241" y="2415950"/>
                </a:lnTo>
                <a:lnTo>
                  <a:pt x="1289246" y="2422598"/>
                </a:lnTo>
                <a:lnTo>
                  <a:pt x="1239979" y="2428122"/>
                </a:lnTo>
                <a:lnTo>
                  <a:pt x="1190545" y="2432690"/>
                </a:lnTo>
                <a:lnTo>
                  <a:pt x="1141052" y="2436469"/>
                </a:lnTo>
                <a:lnTo>
                  <a:pt x="1091603" y="2439626"/>
                </a:lnTo>
                <a:lnTo>
                  <a:pt x="447543" y="2470784"/>
                </a:lnTo>
                <a:lnTo>
                  <a:pt x="398017" y="2473929"/>
                </a:lnTo>
                <a:lnTo>
                  <a:pt x="347829" y="2479618"/>
                </a:lnTo>
                <a:lnTo>
                  <a:pt x="298587" y="2489088"/>
                </a:lnTo>
                <a:lnTo>
                  <a:pt x="251900" y="2503577"/>
                </a:lnTo>
                <a:lnTo>
                  <a:pt x="209376" y="2524322"/>
                </a:lnTo>
                <a:lnTo>
                  <a:pt x="172624" y="2552560"/>
                </a:lnTo>
                <a:lnTo>
                  <a:pt x="143252" y="2589529"/>
                </a:lnTo>
                <a:lnTo>
                  <a:pt x="123803" y="2633838"/>
                </a:lnTo>
                <a:lnTo>
                  <a:pt x="114058" y="2681493"/>
                </a:lnTo>
                <a:lnTo>
                  <a:pt x="110909" y="2730886"/>
                </a:lnTo>
                <a:lnTo>
                  <a:pt x="111248" y="2780410"/>
                </a:lnTo>
                <a:lnTo>
                  <a:pt x="131441" y="3721352"/>
                </a:lnTo>
                <a:lnTo>
                  <a:pt x="131578" y="3759792"/>
                </a:lnTo>
                <a:lnTo>
                  <a:pt x="128440" y="3798076"/>
                </a:lnTo>
                <a:lnTo>
                  <a:pt x="101342" y="3866894"/>
                </a:lnTo>
                <a:lnTo>
                  <a:pt x="56527" y="3902502"/>
                </a:lnTo>
                <a:lnTo>
                  <a:pt x="29280" y="3912846"/>
                </a:lnTo>
                <a:lnTo>
                  <a:pt x="0" y="3919345"/>
                </a:lnTo>
                <a:close/>
              </a:path>
              <a:path w="3348354" h="3919854">
                <a:moveTo>
                  <a:pt x="2156017" y="693210"/>
                </a:moveTo>
                <a:lnTo>
                  <a:pt x="2134480" y="692911"/>
                </a:lnTo>
                <a:lnTo>
                  <a:pt x="2754899" y="692911"/>
                </a:lnTo>
                <a:lnTo>
                  <a:pt x="2156017" y="693210"/>
                </a:lnTo>
                <a:close/>
              </a:path>
              <a:path w="3348354" h="3919854">
                <a:moveTo>
                  <a:pt x="2566909" y="709802"/>
                </a:moveTo>
                <a:lnTo>
                  <a:pt x="2554087" y="709802"/>
                </a:lnTo>
                <a:lnTo>
                  <a:pt x="2501636" y="709076"/>
                </a:lnTo>
                <a:lnTo>
                  <a:pt x="2449162" y="707163"/>
                </a:lnTo>
                <a:lnTo>
                  <a:pt x="2239263" y="695550"/>
                </a:lnTo>
                <a:lnTo>
                  <a:pt x="2186848" y="693637"/>
                </a:lnTo>
                <a:lnTo>
                  <a:pt x="2156017" y="693210"/>
                </a:lnTo>
                <a:lnTo>
                  <a:pt x="2754899" y="692911"/>
                </a:lnTo>
                <a:lnTo>
                  <a:pt x="2725351" y="698256"/>
                </a:lnTo>
                <a:lnTo>
                  <a:pt x="2676485" y="704458"/>
                </a:lnTo>
                <a:lnTo>
                  <a:pt x="2676043" y="704458"/>
                </a:lnTo>
                <a:lnTo>
                  <a:pt x="2628890" y="708024"/>
                </a:lnTo>
                <a:lnTo>
                  <a:pt x="2610219" y="708838"/>
                </a:lnTo>
                <a:lnTo>
                  <a:pt x="2591536" y="709389"/>
                </a:lnTo>
                <a:lnTo>
                  <a:pt x="2566909" y="709802"/>
                </a:lnTo>
                <a:close/>
              </a:path>
            </a:pathLst>
          </a:custGeom>
          <a:solidFill>
            <a:srgbClr val="EDD0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22615" y="4387732"/>
            <a:ext cx="3319145" cy="4089400"/>
          </a:xfrm>
          <a:custGeom>
            <a:avLst/>
            <a:gdLst/>
            <a:ahLst/>
            <a:cxnLst/>
            <a:rect l="l" t="t" r="r" b="b"/>
            <a:pathLst>
              <a:path w="3319145" h="4089400">
                <a:moveTo>
                  <a:pt x="2241166" y="3836045"/>
                </a:moveTo>
                <a:lnTo>
                  <a:pt x="1137665" y="3836045"/>
                </a:lnTo>
                <a:lnTo>
                  <a:pt x="1088447" y="3823384"/>
                </a:lnTo>
                <a:lnTo>
                  <a:pt x="933926" y="3785404"/>
                </a:lnTo>
                <a:lnTo>
                  <a:pt x="883851" y="3760083"/>
                </a:lnTo>
                <a:lnTo>
                  <a:pt x="834599" y="3747423"/>
                </a:lnTo>
                <a:lnTo>
                  <a:pt x="786235" y="3722103"/>
                </a:lnTo>
                <a:lnTo>
                  <a:pt x="738825" y="3696782"/>
                </a:lnTo>
                <a:lnTo>
                  <a:pt x="692433" y="3671462"/>
                </a:lnTo>
                <a:lnTo>
                  <a:pt x="647123" y="3646141"/>
                </a:lnTo>
                <a:lnTo>
                  <a:pt x="603839" y="3608161"/>
                </a:lnTo>
                <a:lnTo>
                  <a:pt x="563734" y="3582840"/>
                </a:lnTo>
                <a:lnTo>
                  <a:pt x="526705" y="3544860"/>
                </a:lnTo>
                <a:lnTo>
                  <a:pt x="492644" y="3506879"/>
                </a:lnTo>
                <a:lnTo>
                  <a:pt x="461447" y="3456238"/>
                </a:lnTo>
                <a:lnTo>
                  <a:pt x="433008" y="3418257"/>
                </a:lnTo>
                <a:lnTo>
                  <a:pt x="407221" y="3367617"/>
                </a:lnTo>
                <a:lnTo>
                  <a:pt x="383980" y="3329636"/>
                </a:lnTo>
                <a:lnTo>
                  <a:pt x="364228" y="3278995"/>
                </a:lnTo>
                <a:lnTo>
                  <a:pt x="346512" y="3228354"/>
                </a:lnTo>
                <a:lnTo>
                  <a:pt x="330800" y="3177713"/>
                </a:lnTo>
                <a:lnTo>
                  <a:pt x="317062" y="3139733"/>
                </a:lnTo>
                <a:lnTo>
                  <a:pt x="305269" y="3089092"/>
                </a:lnTo>
                <a:lnTo>
                  <a:pt x="295390" y="3038451"/>
                </a:lnTo>
                <a:lnTo>
                  <a:pt x="287395" y="2987810"/>
                </a:lnTo>
                <a:lnTo>
                  <a:pt x="281254" y="2937169"/>
                </a:lnTo>
                <a:lnTo>
                  <a:pt x="276937" y="2886528"/>
                </a:lnTo>
                <a:lnTo>
                  <a:pt x="273652" y="2797907"/>
                </a:lnTo>
                <a:lnTo>
                  <a:pt x="274625" y="2747266"/>
                </a:lnTo>
                <a:lnTo>
                  <a:pt x="277300" y="2696625"/>
                </a:lnTo>
                <a:lnTo>
                  <a:pt x="281813" y="2645984"/>
                </a:lnTo>
                <a:lnTo>
                  <a:pt x="287951" y="2582683"/>
                </a:lnTo>
                <a:lnTo>
                  <a:pt x="295668" y="2532042"/>
                </a:lnTo>
                <a:lnTo>
                  <a:pt x="304916" y="2481402"/>
                </a:lnTo>
                <a:lnTo>
                  <a:pt x="315645" y="2430761"/>
                </a:lnTo>
                <a:lnTo>
                  <a:pt x="327809" y="2380120"/>
                </a:lnTo>
                <a:lnTo>
                  <a:pt x="341358" y="2329479"/>
                </a:lnTo>
                <a:lnTo>
                  <a:pt x="356246" y="2278838"/>
                </a:lnTo>
                <a:lnTo>
                  <a:pt x="372423" y="2228197"/>
                </a:lnTo>
                <a:lnTo>
                  <a:pt x="374074" y="2228197"/>
                </a:lnTo>
                <a:lnTo>
                  <a:pt x="375471" y="2215537"/>
                </a:lnTo>
                <a:lnTo>
                  <a:pt x="374328" y="2215537"/>
                </a:lnTo>
                <a:lnTo>
                  <a:pt x="371915" y="2202877"/>
                </a:lnTo>
                <a:lnTo>
                  <a:pt x="367851" y="2202877"/>
                </a:lnTo>
                <a:lnTo>
                  <a:pt x="331730" y="2164896"/>
                </a:lnTo>
                <a:lnTo>
                  <a:pt x="298670" y="2139576"/>
                </a:lnTo>
                <a:lnTo>
                  <a:pt x="268471" y="2101595"/>
                </a:lnTo>
                <a:lnTo>
                  <a:pt x="240931" y="2063614"/>
                </a:lnTo>
                <a:lnTo>
                  <a:pt x="215850" y="2025634"/>
                </a:lnTo>
                <a:lnTo>
                  <a:pt x="193026" y="1987653"/>
                </a:lnTo>
                <a:lnTo>
                  <a:pt x="172259" y="1937012"/>
                </a:lnTo>
                <a:lnTo>
                  <a:pt x="153349" y="1899032"/>
                </a:lnTo>
                <a:lnTo>
                  <a:pt x="134776" y="1848391"/>
                </a:lnTo>
                <a:lnTo>
                  <a:pt x="117784" y="1797750"/>
                </a:lnTo>
                <a:lnTo>
                  <a:pt x="102300" y="1747109"/>
                </a:lnTo>
                <a:lnTo>
                  <a:pt x="88248" y="1709128"/>
                </a:lnTo>
                <a:lnTo>
                  <a:pt x="75556" y="1658488"/>
                </a:lnTo>
                <a:lnTo>
                  <a:pt x="64148" y="1607847"/>
                </a:lnTo>
                <a:lnTo>
                  <a:pt x="53950" y="1557206"/>
                </a:lnTo>
                <a:lnTo>
                  <a:pt x="44889" y="1506565"/>
                </a:lnTo>
                <a:lnTo>
                  <a:pt x="36890" y="1455924"/>
                </a:lnTo>
                <a:lnTo>
                  <a:pt x="29948" y="1405283"/>
                </a:lnTo>
                <a:lnTo>
                  <a:pt x="23832" y="1354642"/>
                </a:lnTo>
                <a:lnTo>
                  <a:pt x="18504" y="1304002"/>
                </a:lnTo>
                <a:lnTo>
                  <a:pt x="13930" y="1253361"/>
                </a:lnTo>
                <a:lnTo>
                  <a:pt x="10074" y="1202720"/>
                </a:lnTo>
                <a:lnTo>
                  <a:pt x="6899" y="1164739"/>
                </a:lnTo>
                <a:lnTo>
                  <a:pt x="4371" y="1114098"/>
                </a:lnTo>
                <a:lnTo>
                  <a:pt x="2452" y="1063458"/>
                </a:lnTo>
                <a:lnTo>
                  <a:pt x="1108" y="1012817"/>
                </a:lnTo>
                <a:lnTo>
                  <a:pt x="302" y="962176"/>
                </a:lnTo>
                <a:lnTo>
                  <a:pt x="0" y="911535"/>
                </a:lnTo>
                <a:lnTo>
                  <a:pt x="41" y="898875"/>
                </a:lnTo>
                <a:lnTo>
                  <a:pt x="164" y="860894"/>
                </a:lnTo>
                <a:lnTo>
                  <a:pt x="759" y="810253"/>
                </a:lnTo>
                <a:lnTo>
                  <a:pt x="1750" y="759612"/>
                </a:lnTo>
                <a:lnTo>
                  <a:pt x="3100" y="708972"/>
                </a:lnTo>
                <a:lnTo>
                  <a:pt x="4774" y="658331"/>
                </a:lnTo>
                <a:lnTo>
                  <a:pt x="6736" y="607690"/>
                </a:lnTo>
                <a:lnTo>
                  <a:pt x="8950" y="569709"/>
                </a:lnTo>
                <a:lnTo>
                  <a:pt x="11408" y="519068"/>
                </a:lnTo>
                <a:lnTo>
                  <a:pt x="14098" y="468427"/>
                </a:lnTo>
                <a:lnTo>
                  <a:pt x="16979" y="417787"/>
                </a:lnTo>
                <a:lnTo>
                  <a:pt x="20011" y="367146"/>
                </a:lnTo>
                <a:lnTo>
                  <a:pt x="23152" y="316505"/>
                </a:lnTo>
                <a:lnTo>
                  <a:pt x="26363" y="265864"/>
                </a:lnTo>
                <a:lnTo>
                  <a:pt x="32828" y="164582"/>
                </a:lnTo>
                <a:lnTo>
                  <a:pt x="36001" y="113941"/>
                </a:lnTo>
                <a:lnTo>
                  <a:pt x="40377" y="75961"/>
                </a:lnTo>
                <a:lnTo>
                  <a:pt x="60147" y="37980"/>
                </a:lnTo>
                <a:lnTo>
                  <a:pt x="119217" y="0"/>
                </a:lnTo>
                <a:lnTo>
                  <a:pt x="191312" y="0"/>
                </a:lnTo>
                <a:lnTo>
                  <a:pt x="220357" y="25320"/>
                </a:lnTo>
                <a:lnTo>
                  <a:pt x="240758" y="50640"/>
                </a:lnTo>
                <a:lnTo>
                  <a:pt x="250123" y="88621"/>
                </a:lnTo>
                <a:lnTo>
                  <a:pt x="250519" y="101281"/>
                </a:lnTo>
                <a:lnTo>
                  <a:pt x="250345" y="113941"/>
                </a:lnTo>
                <a:lnTo>
                  <a:pt x="249837" y="126602"/>
                </a:lnTo>
                <a:lnTo>
                  <a:pt x="246076" y="177243"/>
                </a:lnTo>
                <a:lnTo>
                  <a:pt x="242858" y="240544"/>
                </a:lnTo>
                <a:lnTo>
                  <a:pt x="233106" y="392466"/>
                </a:lnTo>
                <a:lnTo>
                  <a:pt x="229912" y="443107"/>
                </a:lnTo>
                <a:lnTo>
                  <a:pt x="226791" y="493748"/>
                </a:lnTo>
                <a:lnTo>
                  <a:pt x="223770" y="544389"/>
                </a:lnTo>
                <a:lnTo>
                  <a:pt x="220877" y="595030"/>
                </a:lnTo>
                <a:lnTo>
                  <a:pt x="218137" y="645670"/>
                </a:lnTo>
                <a:lnTo>
                  <a:pt x="215578" y="708972"/>
                </a:lnTo>
                <a:lnTo>
                  <a:pt x="213532" y="746952"/>
                </a:lnTo>
                <a:lnTo>
                  <a:pt x="211981" y="797593"/>
                </a:lnTo>
                <a:lnTo>
                  <a:pt x="210946" y="848234"/>
                </a:lnTo>
                <a:lnTo>
                  <a:pt x="210451" y="898875"/>
                </a:lnTo>
                <a:lnTo>
                  <a:pt x="210518" y="949516"/>
                </a:lnTo>
                <a:lnTo>
                  <a:pt x="211168" y="1000156"/>
                </a:lnTo>
                <a:lnTo>
                  <a:pt x="212425" y="1050797"/>
                </a:lnTo>
                <a:lnTo>
                  <a:pt x="214310" y="1101438"/>
                </a:lnTo>
                <a:lnTo>
                  <a:pt x="216846" y="1139419"/>
                </a:lnTo>
                <a:lnTo>
                  <a:pt x="220055" y="1190060"/>
                </a:lnTo>
                <a:lnTo>
                  <a:pt x="223960" y="1240701"/>
                </a:lnTo>
                <a:lnTo>
                  <a:pt x="228820" y="1291341"/>
                </a:lnTo>
                <a:lnTo>
                  <a:pt x="234519" y="1341982"/>
                </a:lnTo>
                <a:lnTo>
                  <a:pt x="241163" y="1392623"/>
                </a:lnTo>
                <a:lnTo>
                  <a:pt x="248862" y="1443264"/>
                </a:lnTo>
                <a:lnTo>
                  <a:pt x="257723" y="1493905"/>
                </a:lnTo>
                <a:lnTo>
                  <a:pt x="267855" y="1544546"/>
                </a:lnTo>
                <a:lnTo>
                  <a:pt x="279365" y="1595187"/>
                </a:lnTo>
                <a:lnTo>
                  <a:pt x="292362" y="1645827"/>
                </a:lnTo>
                <a:lnTo>
                  <a:pt x="306953" y="1696468"/>
                </a:lnTo>
                <a:lnTo>
                  <a:pt x="323247" y="1747109"/>
                </a:lnTo>
                <a:lnTo>
                  <a:pt x="341351" y="1785090"/>
                </a:lnTo>
                <a:lnTo>
                  <a:pt x="361374" y="1835731"/>
                </a:lnTo>
                <a:lnTo>
                  <a:pt x="378216" y="1873711"/>
                </a:lnTo>
                <a:lnTo>
                  <a:pt x="396950" y="1911692"/>
                </a:lnTo>
                <a:lnTo>
                  <a:pt x="418185" y="1937012"/>
                </a:lnTo>
                <a:lnTo>
                  <a:pt x="442527" y="1974993"/>
                </a:lnTo>
                <a:lnTo>
                  <a:pt x="447204" y="1974993"/>
                </a:lnTo>
                <a:lnTo>
                  <a:pt x="452512" y="1987653"/>
                </a:lnTo>
                <a:lnTo>
                  <a:pt x="458511" y="1987653"/>
                </a:lnTo>
                <a:lnTo>
                  <a:pt x="465260" y="2000313"/>
                </a:lnTo>
                <a:lnTo>
                  <a:pt x="703664" y="2000313"/>
                </a:lnTo>
                <a:lnTo>
                  <a:pt x="696574" y="2012974"/>
                </a:lnTo>
                <a:lnTo>
                  <a:pt x="675089" y="2050954"/>
                </a:lnTo>
                <a:lnTo>
                  <a:pt x="652712" y="2101595"/>
                </a:lnTo>
                <a:lnTo>
                  <a:pt x="684842" y="2101595"/>
                </a:lnTo>
                <a:lnTo>
                  <a:pt x="738682" y="2114255"/>
                </a:lnTo>
                <a:lnTo>
                  <a:pt x="1357902" y="2114255"/>
                </a:lnTo>
                <a:lnTo>
                  <a:pt x="1337916" y="2126916"/>
                </a:lnTo>
                <a:lnTo>
                  <a:pt x="1296739" y="2152236"/>
                </a:lnTo>
                <a:lnTo>
                  <a:pt x="1254356" y="2177556"/>
                </a:lnTo>
                <a:lnTo>
                  <a:pt x="1210764" y="2202877"/>
                </a:lnTo>
                <a:lnTo>
                  <a:pt x="1165964" y="2228197"/>
                </a:lnTo>
                <a:lnTo>
                  <a:pt x="1119954" y="2240858"/>
                </a:lnTo>
                <a:lnTo>
                  <a:pt x="1072733" y="2266178"/>
                </a:lnTo>
                <a:lnTo>
                  <a:pt x="974656" y="2291498"/>
                </a:lnTo>
                <a:lnTo>
                  <a:pt x="928069" y="2304159"/>
                </a:lnTo>
                <a:lnTo>
                  <a:pt x="568892" y="2304159"/>
                </a:lnTo>
                <a:lnTo>
                  <a:pt x="556289" y="2354799"/>
                </a:lnTo>
                <a:lnTo>
                  <a:pt x="543508" y="2405440"/>
                </a:lnTo>
                <a:lnTo>
                  <a:pt x="531226" y="2456081"/>
                </a:lnTo>
                <a:lnTo>
                  <a:pt x="520124" y="2506722"/>
                </a:lnTo>
                <a:lnTo>
                  <a:pt x="510534" y="2544703"/>
                </a:lnTo>
                <a:lnTo>
                  <a:pt x="502511" y="2595344"/>
                </a:lnTo>
                <a:lnTo>
                  <a:pt x="496127" y="2645984"/>
                </a:lnTo>
                <a:lnTo>
                  <a:pt x="491450" y="2696625"/>
                </a:lnTo>
                <a:lnTo>
                  <a:pt x="488551" y="2747266"/>
                </a:lnTo>
                <a:lnTo>
                  <a:pt x="487501" y="2797907"/>
                </a:lnTo>
                <a:lnTo>
                  <a:pt x="488368" y="2835888"/>
                </a:lnTo>
                <a:lnTo>
                  <a:pt x="491224" y="2886528"/>
                </a:lnTo>
                <a:lnTo>
                  <a:pt x="496139" y="2937169"/>
                </a:lnTo>
                <a:lnTo>
                  <a:pt x="503182" y="2987810"/>
                </a:lnTo>
                <a:lnTo>
                  <a:pt x="512423" y="3038451"/>
                </a:lnTo>
                <a:lnTo>
                  <a:pt x="523934" y="3076432"/>
                </a:lnTo>
                <a:lnTo>
                  <a:pt x="538673" y="3127073"/>
                </a:lnTo>
                <a:lnTo>
                  <a:pt x="556137" y="3177713"/>
                </a:lnTo>
                <a:lnTo>
                  <a:pt x="576429" y="3228354"/>
                </a:lnTo>
                <a:lnTo>
                  <a:pt x="599654" y="3278995"/>
                </a:lnTo>
                <a:lnTo>
                  <a:pt x="625915" y="3329636"/>
                </a:lnTo>
                <a:lnTo>
                  <a:pt x="653876" y="3367617"/>
                </a:lnTo>
                <a:lnTo>
                  <a:pt x="685266" y="3405597"/>
                </a:lnTo>
                <a:lnTo>
                  <a:pt x="719831" y="3430918"/>
                </a:lnTo>
                <a:lnTo>
                  <a:pt x="757317" y="3468898"/>
                </a:lnTo>
                <a:lnTo>
                  <a:pt x="797470" y="3494219"/>
                </a:lnTo>
                <a:lnTo>
                  <a:pt x="840036" y="3519539"/>
                </a:lnTo>
                <a:lnTo>
                  <a:pt x="888748" y="3544860"/>
                </a:lnTo>
                <a:lnTo>
                  <a:pt x="938477" y="3557520"/>
                </a:lnTo>
                <a:lnTo>
                  <a:pt x="989122" y="3582840"/>
                </a:lnTo>
                <a:lnTo>
                  <a:pt x="1198810" y="3633481"/>
                </a:lnTo>
                <a:lnTo>
                  <a:pt x="1249253" y="3633481"/>
                </a:lnTo>
                <a:lnTo>
                  <a:pt x="1299727" y="3646141"/>
                </a:lnTo>
                <a:lnTo>
                  <a:pt x="1400759" y="3646141"/>
                </a:lnTo>
                <a:lnTo>
                  <a:pt x="1451315" y="3658802"/>
                </a:lnTo>
                <a:lnTo>
                  <a:pt x="3193273" y="3658802"/>
                </a:lnTo>
                <a:lnTo>
                  <a:pt x="3126477" y="3722103"/>
                </a:lnTo>
                <a:lnTo>
                  <a:pt x="3101458" y="3747423"/>
                </a:lnTo>
                <a:lnTo>
                  <a:pt x="2745666" y="3747423"/>
                </a:lnTo>
                <a:lnTo>
                  <a:pt x="2645029" y="3772743"/>
                </a:lnTo>
                <a:lnTo>
                  <a:pt x="2594668" y="3772743"/>
                </a:lnTo>
                <a:lnTo>
                  <a:pt x="2493851" y="3798064"/>
                </a:lnTo>
                <a:lnTo>
                  <a:pt x="2443391" y="3798064"/>
                </a:lnTo>
                <a:lnTo>
                  <a:pt x="2392894" y="3810724"/>
                </a:lnTo>
                <a:lnTo>
                  <a:pt x="2342359" y="3810724"/>
                </a:lnTo>
                <a:lnTo>
                  <a:pt x="2241166" y="3836045"/>
                </a:lnTo>
                <a:close/>
              </a:path>
              <a:path w="3319145" h="4089400">
                <a:moveTo>
                  <a:pt x="703664" y="2000313"/>
                </a:moveTo>
                <a:lnTo>
                  <a:pt x="465260" y="2000313"/>
                </a:lnTo>
                <a:lnTo>
                  <a:pt x="494057" y="1937012"/>
                </a:lnTo>
                <a:lnTo>
                  <a:pt x="508122" y="1911692"/>
                </a:lnTo>
                <a:lnTo>
                  <a:pt x="522283" y="1886371"/>
                </a:lnTo>
                <a:lnTo>
                  <a:pt x="546892" y="1835731"/>
                </a:lnTo>
                <a:lnTo>
                  <a:pt x="572254" y="1797750"/>
                </a:lnTo>
                <a:lnTo>
                  <a:pt x="598390" y="1747109"/>
                </a:lnTo>
                <a:lnTo>
                  <a:pt x="625323" y="1709128"/>
                </a:lnTo>
                <a:lnTo>
                  <a:pt x="653077" y="1671148"/>
                </a:lnTo>
                <a:lnTo>
                  <a:pt x="681673" y="1620507"/>
                </a:lnTo>
                <a:lnTo>
                  <a:pt x="711135" y="1582526"/>
                </a:lnTo>
                <a:lnTo>
                  <a:pt x="741484" y="1544546"/>
                </a:lnTo>
                <a:lnTo>
                  <a:pt x="772745" y="1506565"/>
                </a:lnTo>
                <a:lnTo>
                  <a:pt x="804939" y="1468584"/>
                </a:lnTo>
                <a:lnTo>
                  <a:pt x="838089" y="1430604"/>
                </a:lnTo>
                <a:lnTo>
                  <a:pt x="872219" y="1392623"/>
                </a:lnTo>
                <a:lnTo>
                  <a:pt x="907350" y="1354642"/>
                </a:lnTo>
                <a:lnTo>
                  <a:pt x="943505" y="1316662"/>
                </a:lnTo>
                <a:lnTo>
                  <a:pt x="980707" y="1278681"/>
                </a:lnTo>
                <a:lnTo>
                  <a:pt x="1018979" y="1240701"/>
                </a:lnTo>
                <a:lnTo>
                  <a:pt x="1055459" y="1215380"/>
                </a:lnTo>
                <a:lnTo>
                  <a:pt x="1092863" y="1190060"/>
                </a:lnTo>
                <a:lnTo>
                  <a:pt x="1131294" y="1152079"/>
                </a:lnTo>
                <a:lnTo>
                  <a:pt x="1170854" y="1126759"/>
                </a:lnTo>
                <a:lnTo>
                  <a:pt x="1211647" y="1101438"/>
                </a:lnTo>
                <a:lnTo>
                  <a:pt x="1253775" y="1088778"/>
                </a:lnTo>
                <a:lnTo>
                  <a:pt x="1297341" y="1063458"/>
                </a:lnTo>
                <a:lnTo>
                  <a:pt x="1342447" y="1050797"/>
                </a:lnTo>
                <a:lnTo>
                  <a:pt x="1439980" y="1025477"/>
                </a:lnTo>
                <a:lnTo>
                  <a:pt x="1589969" y="1025477"/>
                </a:lnTo>
                <a:lnTo>
                  <a:pt x="1664699" y="1050797"/>
                </a:lnTo>
                <a:lnTo>
                  <a:pt x="1701202" y="1076118"/>
                </a:lnTo>
                <a:lnTo>
                  <a:pt x="1735482" y="1114098"/>
                </a:lnTo>
                <a:lnTo>
                  <a:pt x="1766302" y="1139419"/>
                </a:lnTo>
                <a:lnTo>
                  <a:pt x="1792426" y="1177399"/>
                </a:lnTo>
                <a:lnTo>
                  <a:pt x="1812616" y="1228040"/>
                </a:lnTo>
                <a:lnTo>
                  <a:pt x="1495721" y="1228040"/>
                </a:lnTo>
                <a:lnTo>
                  <a:pt x="1471478" y="1240701"/>
                </a:lnTo>
                <a:lnTo>
                  <a:pt x="1426251" y="1240701"/>
                </a:lnTo>
                <a:lnTo>
                  <a:pt x="1404095" y="1253361"/>
                </a:lnTo>
                <a:lnTo>
                  <a:pt x="1382451" y="1266021"/>
                </a:lnTo>
                <a:lnTo>
                  <a:pt x="1338090" y="1278681"/>
                </a:lnTo>
                <a:lnTo>
                  <a:pt x="1295659" y="1304002"/>
                </a:lnTo>
                <a:lnTo>
                  <a:pt x="1254959" y="1329322"/>
                </a:lnTo>
                <a:lnTo>
                  <a:pt x="1215789" y="1354642"/>
                </a:lnTo>
                <a:lnTo>
                  <a:pt x="1177951" y="1392623"/>
                </a:lnTo>
                <a:lnTo>
                  <a:pt x="1141243" y="1417944"/>
                </a:lnTo>
                <a:lnTo>
                  <a:pt x="1105465" y="1455924"/>
                </a:lnTo>
                <a:lnTo>
                  <a:pt x="1069237" y="1493905"/>
                </a:lnTo>
                <a:lnTo>
                  <a:pt x="1034133" y="1531885"/>
                </a:lnTo>
                <a:lnTo>
                  <a:pt x="1000129" y="1569866"/>
                </a:lnTo>
                <a:lnTo>
                  <a:pt x="967200" y="1607847"/>
                </a:lnTo>
                <a:lnTo>
                  <a:pt x="935323" y="1645827"/>
                </a:lnTo>
                <a:lnTo>
                  <a:pt x="904473" y="1683808"/>
                </a:lnTo>
                <a:lnTo>
                  <a:pt x="874625" y="1721789"/>
                </a:lnTo>
                <a:lnTo>
                  <a:pt x="845756" y="1759769"/>
                </a:lnTo>
                <a:lnTo>
                  <a:pt x="817841" y="1797750"/>
                </a:lnTo>
                <a:lnTo>
                  <a:pt x="790856" y="1848391"/>
                </a:lnTo>
                <a:lnTo>
                  <a:pt x="764777" y="1886371"/>
                </a:lnTo>
                <a:lnTo>
                  <a:pt x="739579" y="1937012"/>
                </a:lnTo>
                <a:lnTo>
                  <a:pt x="717844" y="1974993"/>
                </a:lnTo>
                <a:lnTo>
                  <a:pt x="703664" y="2000313"/>
                </a:lnTo>
                <a:close/>
              </a:path>
              <a:path w="3319145" h="4089400">
                <a:moveTo>
                  <a:pt x="1357902" y="2114255"/>
                </a:moveTo>
                <a:lnTo>
                  <a:pt x="792284" y="2114255"/>
                </a:lnTo>
                <a:lnTo>
                  <a:pt x="898202" y="2088935"/>
                </a:lnTo>
                <a:lnTo>
                  <a:pt x="992846" y="2063614"/>
                </a:lnTo>
                <a:lnTo>
                  <a:pt x="1038250" y="2050954"/>
                </a:lnTo>
                <a:lnTo>
                  <a:pt x="1082377" y="2025634"/>
                </a:lnTo>
                <a:lnTo>
                  <a:pt x="1125228" y="2000313"/>
                </a:lnTo>
                <a:lnTo>
                  <a:pt x="1166804" y="1987653"/>
                </a:lnTo>
                <a:lnTo>
                  <a:pt x="1207105" y="1962333"/>
                </a:lnTo>
                <a:lnTo>
                  <a:pt x="1246133" y="1937012"/>
                </a:lnTo>
                <a:lnTo>
                  <a:pt x="1283889" y="1899032"/>
                </a:lnTo>
                <a:lnTo>
                  <a:pt x="1320373" y="1873711"/>
                </a:lnTo>
                <a:lnTo>
                  <a:pt x="1355586" y="1848391"/>
                </a:lnTo>
                <a:lnTo>
                  <a:pt x="1389530" y="1810410"/>
                </a:lnTo>
                <a:lnTo>
                  <a:pt x="1422205" y="1772430"/>
                </a:lnTo>
                <a:lnTo>
                  <a:pt x="1453612" y="1734449"/>
                </a:lnTo>
                <a:lnTo>
                  <a:pt x="1483752" y="1696468"/>
                </a:lnTo>
                <a:lnTo>
                  <a:pt x="1512626" y="1658488"/>
                </a:lnTo>
                <a:lnTo>
                  <a:pt x="1539524" y="1620507"/>
                </a:lnTo>
                <a:lnTo>
                  <a:pt x="1562783" y="1569866"/>
                </a:lnTo>
                <a:lnTo>
                  <a:pt x="1582139" y="1531885"/>
                </a:lnTo>
                <a:lnTo>
                  <a:pt x="1597327" y="1481245"/>
                </a:lnTo>
                <a:lnTo>
                  <a:pt x="1608083" y="1430604"/>
                </a:lnTo>
                <a:lnTo>
                  <a:pt x="1614143" y="1379963"/>
                </a:lnTo>
                <a:lnTo>
                  <a:pt x="1615242" y="1329322"/>
                </a:lnTo>
                <a:lnTo>
                  <a:pt x="1611379" y="1304002"/>
                </a:lnTo>
                <a:lnTo>
                  <a:pt x="1586364" y="1266021"/>
                </a:lnTo>
                <a:lnTo>
                  <a:pt x="1543112" y="1240701"/>
                </a:lnTo>
                <a:lnTo>
                  <a:pt x="1519691" y="1228040"/>
                </a:lnTo>
                <a:lnTo>
                  <a:pt x="1812616" y="1228040"/>
                </a:lnTo>
                <a:lnTo>
                  <a:pt x="1825637" y="1278681"/>
                </a:lnTo>
                <a:lnTo>
                  <a:pt x="1830253" y="1329322"/>
                </a:lnTo>
                <a:lnTo>
                  <a:pt x="1828706" y="1379963"/>
                </a:lnTo>
                <a:lnTo>
                  <a:pt x="1824106" y="1417944"/>
                </a:lnTo>
                <a:lnTo>
                  <a:pt x="1816513" y="1468584"/>
                </a:lnTo>
                <a:lnTo>
                  <a:pt x="1805989" y="1519225"/>
                </a:lnTo>
                <a:lnTo>
                  <a:pt x="1792593" y="1557206"/>
                </a:lnTo>
                <a:lnTo>
                  <a:pt x="1776386" y="1607847"/>
                </a:lnTo>
                <a:lnTo>
                  <a:pt x="1757429" y="1645827"/>
                </a:lnTo>
                <a:lnTo>
                  <a:pt x="1735783" y="1696468"/>
                </a:lnTo>
                <a:lnTo>
                  <a:pt x="1711508" y="1734449"/>
                </a:lnTo>
                <a:lnTo>
                  <a:pt x="1683539" y="1772430"/>
                </a:lnTo>
                <a:lnTo>
                  <a:pt x="1654374" y="1823070"/>
                </a:lnTo>
                <a:lnTo>
                  <a:pt x="1624012" y="1861051"/>
                </a:lnTo>
                <a:lnTo>
                  <a:pt x="1592452" y="1899032"/>
                </a:lnTo>
                <a:lnTo>
                  <a:pt x="1559694" y="1937012"/>
                </a:lnTo>
                <a:lnTo>
                  <a:pt x="1525736" y="1974993"/>
                </a:lnTo>
                <a:lnTo>
                  <a:pt x="1490578" y="2000313"/>
                </a:lnTo>
                <a:lnTo>
                  <a:pt x="1454218" y="2038294"/>
                </a:lnTo>
                <a:lnTo>
                  <a:pt x="1416655" y="2076275"/>
                </a:lnTo>
                <a:lnTo>
                  <a:pt x="1377888" y="2101595"/>
                </a:lnTo>
                <a:lnTo>
                  <a:pt x="1357902" y="2114255"/>
                </a:lnTo>
                <a:close/>
              </a:path>
              <a:path w="3319145" h="4089400">
                <a:moveTo>
                  <a:pt x="787188" y="2329479"/>
                </a:moveTo>
                <a:lnTo>
                  <a:pt x="692496" y="2329479"/>
                </a:lnTo>
                <a:lnTo>
                  <a:pt x="597340" y="2304159"/>
                </a:lnTo>
                <a:lnTo>
                  <a:pt x="928069" y="2304159"/>
                </a:lnTo>
                <a:lnTo>
                  <a:pt x="881285" y="2316819"/>
                </a:lnTo>
                <a:lnTo>
                  <a:pt x="834319" y="2316819"/>
                </a:lnTo>
                <a:lnTo>
                  <a:pt x="787188" y="2329479"/>
                </a:lnTo>
                <a:close/>
              </a:path>
              <a:path w="3319145" h="4089400">
                <a:moveTo>
                  <a:pt x="3291130" y="3519539"/>
                </a:moveTo>
                <a:lnTo>
                  <a:pt x="2724584" y="3519539"/>
                </a:lnTo>
                <a:lnTo>
                  <a:pt x="2682434" y="3494219"/>
                </a:lnTo>
                <a:lnTo>
                  <a:pt x="2598087" y="3468898"/>
                </a:lnTo>
                <a:lnTo>
                  <a:pt x="2556437" y="3443578"/>
                </a:lnTo>
                <a:lnTo>
                  <a:pt x="2517281" y="3418257"/>
                </a:lnTo>
                <a:lnTo>
                  <a:pt x="2495699" y="3380277"/>
                </a:lnTo>
                <a:lnTo>
                  <a:pt x="2492929" y="3329636"/>
                </a:lnTo>
                <a:lnTo>
                  <a:pt x="2510209" y="3291655"/>
                </a:lnTo>
                <a:lnTo>
                  <a:pt x="2531329" y="3266335"/>
                </a:lnTo>
                <a:lnTo>
                  <a:pt x="2557913" y="3253675"/>
                </a:lnTo>
                <a:lnTo>
                  <a:pt x="2587950" y="3241014"/>
                </a:lnTo>
                <a:lnTo>
                  <a:pt x="2628259" y="3241014"/>
                </a:lnTo>
                <a:lnTo>
                  <a:pt x="2637018" y="3253675"/>
                </a:lnTo>
                <a:lnTo>
                  <a:pt x="2654226" y="3253675"/>
                </a:lnTo>
                <a:lnTo>
                  <a:pt x="2972725" y="3392937"/>
                </a:lnTo>
                <a:lnTo>
                  <a:pt x="3245653" y="3506879"/>
                </a:lnTo>
                <a:lnTo>
                  <a:pt x="3291130" y="3519539"/>
                </a:lnTo>
                <a:close/>
              </a:path>
              <a:path w="3319145" h="4089400">
                <a:moveTo>
                  <a:pt x="3311025" y="3532199"/>
                </a:moveTo>
                <a:lnTo>
                  <a:pt x="2743890" y="3532199"/>
                </a:lnTo>
                <a:lnTo>
                  <a:pt x="2736602" y="3519539"/>
                </a:lnTo>
                <a:lnTo>
                  <a:pt x="3303988" y="3519539"/>
                </a:lnTo>
                <a:lnTo>
                  <a:pt x="3311025" y="3532199"/>
                </a:lnTo>
                <a:close/>
              </a:path>
              <a:path w="3319145" h="4089400">
                <a:moveTo>
                  <a:pt x="3313666" y="3544860"/>
                </a:moveTo>
                <a:lnTo>
                  <a:pt x="2729135" y="3544860"/>
                </a:lnTo>
                <a:lnTo>
                  <a:pt x="2735459" y="3532199"/>
                </a:lnTo>
                <a:lnTo>
                  <a:pt x="3318943" y="3532199"/>
                </a:lnTo>
                <a:lnTo>
                  <a:pt x="3313666" y="3544860"/>
                </a:lnTo>
                <a:close/>
              </a:path>
              <a:path w="3319145" h="4089400">
                <a:moveTo>
                  <a:pt x="3193273" y="3658802"/>
                </a:moveTo>
                <a:lnTo>
                  <a:pt x="1805865" y="3658802"/>
                </a:lnTo>
                <a:lnTo>
                  <a:pt x="1856595" y="3646141"/>
                </a:lnTo>
                <a:lnTo>
                  <a:pt x="1958765" y="3646141"/>
                </a:lnTo>
                <a:lnTo>
                  <a:pt x="2010119" y="3633481"/>
                </a:lnTo>
                <a:lnTo>
                  <a:pt x="2112634" y="3633481"/>
                </a:lnTo>
                <a:lnTo>
                  <a:pt x="2163800" y="3620821"/>
                </a:lnTo>
                <a:lnTo>
                  <a:pt x="2214908" y="3620821"/>
                </a:lnTo>
                <a:lnTo>
                  <a:pt x="2265961" y="3608161"/>
                </a:lnTo>
                <a:lnTo>
                  <a:pt x="2316963" y="3608161"/>
                </a:lnTo>
                <a:lnTo>
                  <a:pt x="2367915" y="3595500"/>
                </a:lnTo>
                <a:lnTo>
                  <a:pt x="2418821" y="3595500"/>
                </a:lnTo>
                <a:lnTo>
                  <a:pt x="2520506" y="3570180"/>
                </a:lnTo>
                <a:lnTo>
                  <a:pt x="2571290" y="3570180"/>
                </a:lnTo>
                <a:lnTo>
                  <a:pt x="2672755" y="3544860"/>
                </a:lnTo>
                <a:lnTo>
                  <a:pt x="3304638" y="3544860"/>
                </a:lnTo>
                <a:lnTo>
                  <a:pt x="3300147" y="3557520"/>
                </a:lnTo>
                <a:lnTo>
                  <a:pt x="3193273" y="3658802"/>
                </a:lnTo>
                <a:close/>
              </a:path>
              <a:path w="3319145" h="4089400">
                <a:moveTo>
                  <a:pt x="2765911" y="4089249"/>
                </a:moveTo>
                <a:lnTo>
                  <a:pt x="2680230" y="4089249"/>
                </a:lnTo>
                <a:lnTo>
                  <a:pt x="2652540" y="4063928"/>
                </a:lnTo>
                <a:lnTo>
                  <a:pt x="2631112" y="4025948"/>
                </a:lnTo>
                <a:lnTo>
                  <a:pt x="2619000" y="4000627"/>
                </a:lnTo>
                <a:lnTo>
                  <a:pt x="2616888" y="3962647"/>
                </a:lnTo>
                <a:lnTo>
                  <a:pt x="2624969" y="3937326"/>
                </a:lnTo>
                <a:lnTo>
                  <a:pt x="2643431" y="3912006"/>
                </a:lnTo>
                <a:lnTo>
                  <a:pt x="2672012" y="3874025"/>
                </a:lnTo>
                <a:lnTo>
                  <a:pt x="2730889" y="3823384"/>
                </a:lnTo>
                <a:lnTo>
                  <a:pt x="2760398" y="3785404"/>
                </a:lnTo>
                <a:lnTo>
                  <a:pt x="2769534" y="3785404"/>
                </a:lnTo>
                <a:lnTo>
                  <a:pt x="2778908" y="3772743"/>
                </a:lnTo>
                <a:lnTo>
                  <a:pt x="2799894" y="3747423"/>
                </a:lnTo>
                <a:lnTo>
                  <a:pt x="3101458" y="3747423"/>
                </a:lnTo>
                <a:lnTo>
                  <a:pt x="2813738" y="4051268"/>
                </a:lnTo>
                <a:lnTo>
                  <a:pt x="2798986" y="4063928"/>
                </a:lnTo>
                <a:lnTo>
                  <a:pt x="2783258" y="4076589"/>
                </a:lnTo>
                <a:lnTo>
                  <a:pt x="2765911" y="4089249"/>
                </a:lnTo>
                <a:close/>
              </a:path>
              <a:path w="3319145" h="4089400">
                <a:moveTo>
                  <a:pt x="1987376" y="3861365"/>
                </a:moveTo>
                <a:lnTo>
                  <a:pt x="1285791" y="3861365"/>
                </a:lnTo>
                <a:lnTo>
                  <a:pt x="1186965" y="3836045"/>
                </a:lnTo>
                <a:lnTo>
                  <a:pt x="2139796" y="3836045"/>
                </a:lnTo>
                <a:lnTo>
                  <a:pt x="2089040" y="3848705"/>
                </a:lnTo>
                <a:lnTo>
                  <a:pt x="2038234" y="3848705"/>
                </a:lnTo>
                <a:lnTo>
                  <a:pt x="1987376" y="3861365"/>
                </a:lnTo>
                <a:close/>
              </a:path>
              <a:path w="3319145" h="4089400">
                <a:moveTo>
                  <a:pt x="1783390" y="3874025"/>
                </a:moveTo>
                <a:lnTo>
                  <a:pt x="1484238" y="3874025"/>
                </a:lnTo>
                <a:lnTo>
                  <a:pt x="1434537" y="3861365"/>
                </a:lnTo>
                <a:lnTo>
                  <a:pt x="1834473" y="3861365"/>
                </a:lnTo>
                <a:lnTo>
                  <a:pt x="1783390" y="3874025"/>
                </a:lnTo>
                <a:close/>
              </a:path>
            </a:pathLst>
          </a:custGeom>
          <a:solidFill>
            <a:srgbClr val="F1E4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1674" y="1063837"/>
            <a:ext cx="5486399" cy="42386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865412" y="7555363"/>
            <a:ext cx="3422650" cy="2731770"/>
          </a:xfrm>
          <a:custGeom>
            <a:avLst/>
            <a:gdLst/>
            <a:ahLst/>
            <a:cxnLst/>
            <a:rect l="l" t="t" r="r" b="b"/>
            <a:pathLst>
              <a:path w="3422650" h="2731770">
                <a:moveTo>
                  <a:pt x="3422587" y="1952495"/>
                </a:moveTo>
                <a:lnTo>
                  <a:pt x="1359025" y="1952495"/>
                </a:lnTo>
                <a:lnTo>
                  <a:pt x="1393481" y="1952166"/>
                </a:lnTo>
                <a:lnTo>
                  <a:pt x="1427890" y="1951098"/>
                </a:lnTo>
                <a:lnTo>
                  <a:pt x="1496566" y="1946272"/>
                </a:lnTo>
                <a:lnTo>
                  <a:pt x="1544517" y="1940483"/>
                </a:lnTo>
                <a:lnTo>
                  <a:pt x="1592166" y="1932627"/>
                </a:lnTo>
                <a:lnTo>
                  <a:pt x="1639431" y="1922734"/>
                </a:lnTo>
                <a:lnTo>
                  <a:pt x="1686230" y="1910832"/>
                </a:lnTo>
                <a:lnTo>
                  <a:pt x="1732481" y="1896953"/>
                </a:lnTo>
                <a:lnTo>
                  <a:pt x="1778102" y="1881125"/>
                </a:lnTo>
                <a:lnTo>
                  <a:pt x="1823012" y="1863379"/>
                </a:lnTo>
                <a:lnTo>
                  <a:pt x="1867128" y="1843745"/>
                </a:lnTo>
                <a:lnTo>
                  <a:pt x="1910369" y="1822251"/>
                </a:lnTo>
                <a:lnTo>
                  <a:pt x="1952653" y="1798928"/>
                </a:lnTo>
                <a:lnTo>
                  <a:pt x="1993897" y="1773806"/>
                </a:lnTo>
                <a:lnTo>
                  <a:pt x="2037136" y="1743983"/>
                </a:lnTo>
                <a:lnTo>
                  <a:pt x="2077018" y="1709910"/>
                </a:lnTo>
                <a:lnTo>
                  <a:pt x="2110518" y="1670669"/>
                </a:lnTo>
                <a:lnTo>
                  <a:pt x="2134613" y="1625343"/>
                </a:lnTo>
                <a:lnTo>
                  <a:pt x="2145623" y="1580645"/>
                </a:lnTo>
                <a:lnTo>
                  <a:pt x="2145862" y="1535972"/>
                </a:lnTo>
                <a:lnTo>
                  <a:pt x="2136565" y="1491979"/>
                </a:lnTo>
                <a:lnTo>
                  <a:pt x="2118963" y="1449323"/>
                </a:lnTo>
                <a:lnTo>
                  <a:pt x="2094292" y="1408657"/>
                </a:lnTo>
                <a:lnTo>
                  <a:pt x="2063784" y="1370638"/>
                </a:lnTo>
                <a:lnTo>
                  <a:pt x="2028673" y="1335922"/>
                </a:lnTo>
                <a:lnTo>
                  <a:pt x="1990191" y="1305162"/>
                </a:lnTo>
                <a:lnTo>
                  <a:pt x="1949573" y="1279015"/>
                </a:lnTo>
                <a:lnTo>
                  <a:pt x="1907547" y="1256487"/>
                </a:lnTo>
                <a:lnTo>
                  <a:pt x="1864401" y="1235614"/>
                </a:lnTo>
                <a:lnTo>
                  <a:pt x="1777037" y="1195629"/>
                </a:lnTo>
                <a:lnTo>
                  <a:pt x="1733966" y="1174916"/>
                </a:lnTo>
                <a:lnTo>
                  <a:pt x="1692065" y="1152655"/>
                </a:lnTo>
                <a:lnTo>
                  <a:pt x="1651908" y="1128045"/>
                </a:lnTo>
                <a:lnTo>
                  <a:pt x="1614067" y="1100286"/>
                </a:lnTo>
                <a:lnTo>
                  <a:pt x="1579115" y="1068577"/>
                </a:lnTo>
                <a:lnTo>
                  <a:pt x="1549292" y="1034166"/>
                </a:lnTo>
                <a:lnTo>
                  <a:pt x="1524564" y="997248"/>
                </a:lnTo>
                <a:lnTo>
                  <a:pt x="1504765" y="958157"/>
                </a:lnTo>
                <a:lnTo>
                  <a:pt x="1489730" y="917224"/>
                </a:lnTo>
                <a:lnTo>
                  <a:pt x="1479292" y="874782"/>
                </a:lnTo>
                <a:lnTo>
                  <a:pt x="1473287" y="831164"/>
                </a:lnTo>
                <a:lnTo>
                  <a:pt x="1471549" y="786702"/>
                </a:lnTo>
                <a:lnTo>
                  <a:pt x="1473913" y="741728"/>
                </a:lnTo>
                <a:lnTo>
                  <a:pt x="1480212" y="696575"/>
                </a:lnTo>
                <a:lnTo>
                  <a:pt x="1490282" y="651576"/>
                </a:lnTo>
                <a:lnTo>
                  <a:pt x="1503956" y="607063"/>
                </a:lnTo>
                <a:lnTo>
                  <a:pt x="1521069" y="563368"/>
                </a:lnTo>
                <a:lnTo>
                  <a:pt x="1541457" y="520824"/>
                </a:lnTo>
                <a:lnTo>
                  <a:pt x="1564952" y="479764"/>
                </a:lnTo>
                <a:lnTo>
                  <a:pt x="1591391" y="440520"/>
                </a:lnTo>
                <a:lnTo>
                  <a:pt x="1620606" y="403425"/>
                </a:lnTo>
                <a:lnTo>
                  <a:pt x="1652433" y="368811"/>
                </a:lnTo>
                <a:lnTo>
                  <a:pt x="1686706" y="337010"/>
                </a:lnTo>
                <a:lnTo>
                  <a:pt x="1723259" y="308355"/>
                </a:lnTo>
                <a:lnTo>
                  <a:pt x="1763649" y="281257"/>
                </a:lnTo>
                <a:lnTo>
                  <a:pt x="1805294" y="256802"/>
                </a:lnTo>
                <a:lnTo>
                  <a:pt x="1848102" y="234841"/>
                </a:lnTo>
                <a:lnTo>
                  <a:pt x="1891978" y="215226"/>
                </a:lnTo>
                <a:lnTo>
                  <a:pt x="1936829" y="197807"/>
                </a:lnTo>
                <a:lnTo>
                  <a:pt x="1982561" y="182437"/>
                </a:lnTo>
                <a:lnTo>
                  <a:pt x="2029080" y="168967"/>
                </a:lnTo>
                <a:lnTo>
                  <a:pt x="2076292" y="157247"/>
                </a:lnTo>
                <a:lnTo>
                  <a:pt x="2124104" y="147129"/>
                </a:lnTo>
                <a:lnTo>
                  <a:pt x="2172421" y="138465"/>
                </a:lnTo>
                <a:lnTo>
                  <a:pt x="2221150" y="131105"/>
                </a:lnTo>
                <a:lnTo>
                  <a:pt x="2270197" y="124902"/>
                </a:lnTo>
                <a:lnTo>
                  <a:pt x="2319468" y="119706"/>
                </a:lnTo>
                <a:lnTo>
                  <a:pt x="2368870" y="115368"/>
                </a:lnTo>
                <a:lnTo>
                  <a:pt x="2418309" y="111741"/>
                </a:lnTo>
                <a:lnTo>
                  <a:pt x="3142992" y="76199"/>
                </a:lnTo>
                <a:lnTo>
                  <a:pt x="3192660" y="73104"/>
                </a:lnTo>
                <a:lnTo>
                  <a:pt x="3243034" y="67648"/>
                </a:lnTo>
                <a:lnTo>
                  <a:pt x="3292661" y="58721"/>
                </a:lnTo>
                <a:lnTo>
                  <a:pt x="3340086" y="45212"/>
                </a:lnTo>
                <a:lnTo>
                  <a:pt x="3383856" y="26008"/>
                </a:lnTo>
                <a:lnTo>
                  <a:pt x="3422587" y="0"/>
                </a:lnTo>
                <a:lnTo>
                  <a:pt x="3422587" y="1952495"/>
                </a:lnTo>
                <a:close/>
              </a:path>
              <a:path w="3422650" h="2731770">
                <a:moveTo>
                  <a:pt x="3422518" y="2731639"/>
                </a:moveTo>
                <a:lnTo>
                  <a:pt x="0" y="2731639"/>
                </a:lnTo>
                <a:lnTo>
                  <a:pt x="12146" y="2726225"/>
                </a:lnTo>
                <a:lnTo>
                  <a:pt x="24018" y="2720240"/>
                </a:lnTo>
                <a:lnTo>
                  <a:pt x="84108" y="2675821"/>
                </a:lnTo>
                <a:lnTo>
                  <a:pt x="114488" y="2640152"/>
                </a:lnTo>
                <a:lnTo>
                  <a:pt x="139274" y="2600181"/>
                </a:lnTo>
                <a:lnTo>
                  <a:pt x="159610" y="2556727"/>
                </a:lnTo>
                <a:lnTo>
                  <a:pt x="176641" y="2510613"/>
                </a:lnTo>
                <a:lnTo>
                  <a:pt x="191513" y="2462659"/>
                </a:lnTo>
                <a:lnTo>
                  <a:pt x="205371" y="2413685"/>
                </a:lnTo>
                <a:lnTo>
                  <a:pt x="219359" y="2364514"/>
                </a:lnTo>
                <a:lnTo>
                  <a:pt x="234623" y="2315965"/>
                </a:lnTo>
                <a:lnTo>
                  <a:pt x="252307" y="2268860"/>
                </a:lnTo>
                <a:lnTo>
                  <a:pt x="273557" y="2224020"/>
                </a:lnTo>
                <a:lnTo>
                  <a:pt x="297919" y="2184156"/>
                </a:lnTo>
                <a:lnTo>
                  <a:pt x="326042" y="2147617"/>
                </a:lnTo>
                <a:lnTo>
                  <a:pt x="357596" y="2114316"/>
                </a:lnTo>
                <a:lnTo>
                  <a:pt x="392248" y="2084164"/>
                </a:lnTo>
                <a:lnTo>
                  <a:pt x="429666" y="2057073"/>
                </a:lnTo>
                <a:lnTo>
                  <a:pt x="469519" y="2032956"/>
                </a:lnTo>
                <a:lnTo>
                  <a:pt x="511475" y="2011724"/>
                </a:lnTo>
                <a:lnTo>
                  <a:pt x="555201" y="1993289"/>
                </a:lnTo>
                <a:lnTo>
                  <a:pt x="600367" y="1977564"/>
                </a:lnTo>
                <a:lnTo>
                  <a:pt x="646640" y="1964459"/>
                </a:lnTo>
                <a:lnTo>
                  <a:pt x="693688" y="1953888"/>
                </a:lnTo>
                <a:lnTo>
                  <a:pt x="741180" y="1945762"/>
                </a:lnTo>
                <a:lnTo>
                  <a:pt x="788783" y="1939993"/>
                </a:lnTo>
                <a:lnTo>
                  <a:pt x="836166" y="1936493"/>
                </a:lnTo>
                <a:lnTo>
                  <a:pt x="875679" y="1935017"/>
                </a:lnTo>
                <a:lnTo>
                  <a:pt x="895477" y="1934689"/>
                </a:lnTo>
                <a:lnTo>
                  <a:pt x="923404" y="1934689"/>
                </a:lnTo>
                <a:lnTo>
                  <a:pt x="964575" y="1935202"/>
                </a:lnTo>
                <a:lnTo>
                  <a:pt x="1013885" y="1936848"/>
                </a:lnTo>
                <a:lnTo>
                  <a:pt x="1260492" y="1950235"/>
                </a:lnTo>
                <a:lnTo>
                  <a:pt x="1309774" y="1951881"/>
                </a:lnTo>
                <a:lnTo>
                  <a:pt x="1359025" y="1952495"/>
                </a:lnTo>
                <a:lnTo>
                  <a:pt x="3422518" y="1952495"/>
                </a:lnTo>
                <a:lnTo>
                  <a:pt x="3422518" y="2731639"/>
                </a:lnTo>
                <a:close/>
              </a:path>
            </a:pathLst>
          </a:custGeom>
          <a:solidFill>
            <a:srgbClr val="EDD0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02604" y="1232621"/>
            <a:ext cx="6410960" cy="7245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46505" marR="5080" indent="-1234440">
              <a:lnSpc>
                <a:spcPct val="152300"/>
              </a:lnSpc>
              <a:spcBef>
                <a:spcPts val="105"/>
              </a:spcBef>
            </a:pPr>
            <a:r>
              <a:rPr dirty="0" sz="15550" spc="-869" b="0">
                <a:solidFill>
                  <a:srgbClr val="174549"/>
                </a:solidFill>
                <a:latin typeface="Verdana"/>
                <a:cs typeface="Verdana"/>
              </a:rPr>
              <a:t>THANK </a:t>
            </a:r>
            <a:r>
              <a:rPr dirty="0" sz="15550" spc="-865" b="0">
                <a:solidFill>
                  <a:srgbClr val="174549"/>
                </a:solidFill>
                <a:latin typeface="Verdana"/>
                <a:cs typeface="Verdana"/>
              </a:rPr>
              <a:t>YOU</a:t>
            </a:r>
            <a:endParaRPr sz="15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Sowji Reddy</dc:creator>
  <cp:keywords>DAHMtfswl24,BAG_P1cyHNY,0</cp:keywords>
  <dc:title>DOC-20260616-WA0000..pdf</dc:title>
  <dcterms:created xsi:type="dcterms:W3CDTF">2026-06-18T03:05:19Z</dcterms:created>
  <dcterms:modified xsi:type="dcterms:W3CDTF">2026-06-18T03:05:19Z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2026-06-18T00:00:00Z</vt:filetime>
  </property>
  <property fmtid="{D5CDD505-2E9C-101B-9397-08002B2CF9AE}" pid="6" name="Producer">
    <vt:lpwstr>Canva</vt:lpwstr>
  </property>
</Properties>
</file>