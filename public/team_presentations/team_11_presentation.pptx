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3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4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5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6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7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8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695" r:id="rId3"/>
    <p:sldMasterId id="2147483708" r:id="rId4"/>
    <p:sldMasterId id="2147483726" r:id="rId5"/>
    <p:sldMasterId id="2147483772" r:id="rId6"/>
    <p:sldMasterId id="2147483786" r:id="rId7"/>
    <p:sldMasterId id="2147483804" r:id="rId8"/>
    <p:sldMasterId id="2147483876" r:id="rId9"/>
  </p:sldMasterIdLst>
  <p:notesMasterIdLst>
    <p:notesMasterId r:id="rId29"/>
  </p:notesMasterIdLst>
  <p:sldIdLst>
    <p:sldId id="256" r:id="rId10"/>
    <p:sldId id="261" r:id="rId11"/>
    <p:sldId id="263" r:id="rId12"/>
    <p:sldId id="277" r:id="rId13"/>
    <p:sldId id="257" r:id="rId14"/>
    <p:sldId id="259" r:id="rId15"/>
    <p:sldId id="264" r:id="rId16"/>
    <p:sldId id="266" r:id="rId17"/>
    <p:sldId id="265" r:id="rId18"/>
    <p:sldId id="267" r:id="rId19"/>
    <p:sldId id="272" r:id="rId20"/>
    <p:sldId id="273" r:id="rId21"/>
    <p:sldId id="268" r:id="rId22"/>
    <p:sldId id="270" r:id="rId23"/>
    <p:sldId id="269" r:id="rId24"/>
    <p:sldId id="274" r:id="rId25"/>
    <p:sldId id="271" r:id="rId26"/>
    <p:sldId id="275" r:id="rId27"/>
    <p:sldId id="27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63865-325D-4837-A3BA-0E0FD610919B}" v="199" dt="2025-06-18T13:03:54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Master" Target="slideMasters/slideMaster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ana venkatesh" userId="8f62142fb12ede3f" providerId="LiveId" clId="{16963865-325D-4837-A3BA-0E0FD610919B}"/>
    <pc:docChg chg="undo custSel addSld delSld modSld sldOrd">
      <pc:chgData name="dhanana venkatesh" userId="8f62142fb12ede3f" providerId="LiveId" clId="{16963865-325D-4837-A3BA-0E0FD610919B}" dt="2025-06-18T13:03:54.298" v="1247"/>
      <pc:docMkLst>
        <pc:docMk/>
      </pc:docMkLst>
      <pc:sldChg chg="addSp delSp modSp add del mod">
        <pc:chgData name="dhanana venkatesh" userId="8f62142fb12ede3f" providerId="LiveId" clId="{16963865-325D-4837-A3BA-0E0FD610919B}" dt="2025-06-18T13:02:10.161" v="1246" actId="1076"/>
        <pc:sldMkLst>
          <pc:docMk/>
          <pc:sldMk cId="3021542878" sldId="256"/>
        </pc:sldMkLst>
        <pc:spChg chg="add del mod">
          <ac:chgData name="dhanana venkatesh" userId="8f62142fb12ede3f" providerId="LiveId" clId="{16963865-325D-4837-A3BA-0E0FD610919B}" dt="2025-06-18T12:51:19.062" v="1218" actId="22"/>
          <ac:spMkLst>
            <pc:docMk/>
            <pc:sldMk cId="3021542878" sldId="256"/>
            <ac:spMk id="3" creationId="{4556077A-2EB1-5FB4-2F1C-366B5BF118A5}"/>
          </ac:spMkLst>
        </pc:spChg>
        <pc:spChg chg="del mod">
          <ac:chgData name="dhanana venkatesh" userId="8f62142fb12ede3f" providerId="LiveId" clId="{16963865-325D-4837-A3BA-0E0FD610919B}" dt="2025-06-18T12:47:44.690" v="1196"/>
          <ac:spMkLst>
            <pc:docMk/>
            <pc:sldMk cId="3021542878" sldId="256"/>
            <ac:spMk id="4" creationId="{D89AB4E0-C24B-67C3-7933-30C735022330}"/>
          </ac:spMkLst>
        </pc:spChg>
        <pc:spChg chg="add del mod">
          <ac:chgData name="dhanana venkatesh" userId="8f62142fb12ede3f" providerId="LiveId" clId="{16963865-325D-4837-A3BA-0E0FD610919B}" dt="2025-06-18T12:59:56.406" v="1233" actId="478"/>
          <ac:spMkLst>
            <pc:docMk/>
            <pc:sldMk cId="3021542878" sldId="256"/>
            <ac:spMk id="5" creationId="{9E026F2C-2B6A-720B-B8C8-F587B7F0A8B4}"/>
          </ac:spMkLst>
        </pc:spChg>
        <pc:spChg chg="add mod">
          <ac:chgData name="dhanana venkatesh" userId="8f62142fb12ede3f" providerId="LiveId" clId="{16963865-325D-4837-A3BA-0E0FD610919B}" dt="2025-06-18T13:02:10.161" v="1246" actId="1076"/>
          <ac:spMkLst>
            <pc:docMk/>
            <pc:sldMk cId="3021542878" sldId="256"/>
            <ac:spMk id="8" creationId="{76BBF861-8C11-664B-D43A-984CD67841C6}"/>
          </ac:spMkLst>
        </pc:spChg>
        <pc:spChg chg="add mod">
          <ac:chgData name="dhanana venkatesh" userId="8f62142fb12ede3f" providerId="LiveId" clId="{16963865-325D-4837-A3BA-0E0FD610919B}" dt="2025-06-18T13:01:59.345" v="1245" actId="207"/>
          <ac:spMkLst>
            <pc:docMk/>
            <pc:sldMk cId="3021542878" sldId="256"/>
            <ac:spMk id="9" creationId="{AC730A3D-2D2A-1B1A-712A-EE4EC6ABDC22}"/>
          </ac:spMkLst>
        </pc:spChg>
        <pc:spChg chg="del mod">
          <ac:chgData name="dhanana venkatesh" userId="8f62142fb12ede3f" providerId="LiveId" clId="{16963865-325D-4837-A3BA-0E0FD610919B}" dt="2025-06-18T12:59:45.968" v="1232" actId="21"/>
          <ac:spMkLst>
            <pc:docMk/>
            <pc:sldMk cId="3021542878" sldId="256"/>
            <ac:spMk id="16" creationId="{76BBF861-8C11-664B-D43A-984CD67841C6}"/>
          </ac:spMkLst>
        </pc:spChg>
        <pc:picChg chg="add mod">
          <ac:chgData name="dhanana venkatesh" userId="8f62142fb12ede3f" providerId="LiveId" clId="{16963865-325D-4837-A3BA-0E0FD610919B}" dt="2025-06-18T13:00:34.314" v="1237" actId="14100"/>
          <ac:picMkLst>
            <pc:docMk/>
            <pc:sldMk cId="3021542878" sldId="256"/>
            <ac:picMk id="7" creationId="{24AD52B8-6A67-8EC9-8D3D-C7C0FB1018D6}"/>
          </ac:picMkLst>
        </pc:picChg>
        <pc:picChg chg="add del">
          <ac:chgData name="dhanana venkatesh" userId="8f62142fb12ede3f" providerId="LiveId" clId="{16963865-325D-4837-A3BA-0E0FD610919B}" dt="2025-06-18T12:49:28.792" v="1207" actId="21"/>
          <ac:picMkLst>
            <pc:docMk/>
            <pc:sldMk cId="3021542878" sldId="256"/>
            <ac:picMk id="14" creationId="{5E97ADAF-5DE2-9A0B-9D38-3E5FB4F6B722}"/>
          </ac:picMkLst>
        </pc:picChg>
      </pc:sldChg>
      <pc:sldChg chg="addSp delSp modSp new mod ord modTransition">
        <pc:chgData name="dhanana venkatesh" userId="8f62142fb12ede3f" providerId="LiveId" clId="{16963865-325D-4837-A3BA-0E0FD610919B}" dt="2025-06-16T07:26:51.294" v="355" actId="113"/>
        <pc:sldMkLst>
          <pc:docMk/>
          <pc:sldMk cId="1379133412" sldId="257"/>
        </pc:sldMkLst>
        <pc:spChg chg="add mod">
          <ac:chgData name="dhanana venkatesh" userId="8f62142fb12ede3f" providerId="LiveId" clId="{16963865-325D-4837-A3BA-0E0FD610919B}" dt="2025-06-16T07:05:43.171" v="118" actId="21"/>
          <ac:spMkLst>
            <pc:docMk/>
            <pc:sldMk cId="1379133412" sldId="257"/>
            <ac:spMk id="5" creationId="{7A821B0B-39CA-7C4F-62E9-8852FAC47E01}"/>
          </ac:spMkLst>
        </pc:spChg>
        <pc:spChg chg="add mod">
          <ac:chgData name="dhanana venkatesh" userId="8f62142fb12ede3f" providerId="LiveId" clId="{16963865-325D-4837-A3BA-0E0FD610919B}" dt="2025-06-16T07:06:23.400" v="125" actId="1076"/>
          <ac:spMkLst>
            <pc:docMk/>
            <pc:sldMk cId="1379133412" sldId="257"/>
            <ac:spMk id="8" creationId="{CC5D9A1C-BF13-43AF-6EA8-DA079D16BBFC}"/>
          </ac:spMkLst>
        </pc:spChg>
        <pc:spChg chg="add mod">
          <ac:chgData name="dhanana venkatesh" userId="8f62142fb12ede3f" providerId="LiveId" clId="{16963865-325D-4837-A3BA-0E0FD610919B}" dt="2025-06-16T07:24:35.257" v="331" actId="207"/>
          <ac:spMkLst>
            <pc:docMk/>
            <pc:sldMk cId="1379133412" sldId="257"/>
            <ac:spMk id="17" creationId="{38E7CAB1-94E1-CC85-78F4-A5586B152C85}"/>
          </ac:spMkLst>
        </pc:spChg>
        <pc:spChg chg="add mod">
          <ac:chgData name="dhanana venkatesh" userId="8f62142fb12ede3f" providerId="LiveId" clId="{16963865-325D-4837-A3BA-0E0FD610919B}" dt="2025-06-16T07:26:51.294" v="355" actId="113"/>
          <ac:spMkLst>
            <pc:docMk/>
            <pc:sldMk cId="1379133412" sldId="257"/>
            <ac:spMk id="18" creationId="{9A247C18-D8DF-6532-ED6C-0E1FB9C18D50}"/>
          </ac:spMkLst>
        </pc:spChg>
        <pc:picChg chg="add mod">
          <ac:chgData name="dhanana venkatesh" userId="8f62142fb12ede3f" providerId="LiveId" clId="{16963865-325D-4837-A3BA-0E0FD610919B}" dt="2025-06-16T07:17:33.911" v="147" actId="1076"/>
          <ac:picMkLst>
            <pc:docMk/>
            <pc:sldMk cId="1379133412" sldId="257"/>
            <ac:picMk id="14" creationId="{E9030983-4F00-4A7B-D182-5962590CAE80}"/>
          </ac:picMkLst>
        </pc:picChg>
        <pc:picChg chg="add mod">
          <ac:chgData name="dhanana venkatesh" userId="8f62142fb12ede3f" providerId="LiveId" clId="{16963865-325D-4837-A3BA-0E0FD610919B}" dt="2025-06-16T07:18:10.577" v="152" actId="14100"/>
          <ac:picMkLst>
            <pc:docMk/>
            <pc:sldMk cId="1379133412" sldId="257"/>
            <ac:picMk id="16" creationId="{B08E8C5E-49F0-7AEA-0F7E-F684F85AE698}"/>
          </ac:picMkLst>
        </pc:picChg>
      </pc:sldChg>
      <pc:sldChg chg="del">
        <pc:chgData name="dhanana venkatesh" userId="8f62142fb12ede3f" providerId="LiveId" clId="{16963865-325D-4837-A3BA-0E0FD610919B}" dt="2025-06-16T06:44:07.179" v="48" actId="47"/>
        <pc:sldMkLst>
          <pc:docMk/>
          <pc:sldMk cId="3188832271" sldId="257"/>
        </pc:sldMkLst>
      </pc:sldChg>
      <pc:sldChg chg="del">
        <pc:chgData name="dhanana venkatesh" userId="8f62142fb12ede3f" providerId="LiveId" clId="{16963865-325D-4837-A3BA-0E0FD610919B}" dt="2025-06-16T06:44:03.883" v="24" actId="47"/>
        <pc:sldMkLst>
          <pc:docMk/>
          <pc:sldMk cId="1427205119" sldId="258"/>
        </pc:sldMkLst>
      </pc:sldChg>
      <pc:sldChg chg="delSp modSp new del mod">
        <pc:chgData name="dhanana venkatesh" userId="8f62142fb12ede3f" providerId="LiveId" clId="{16963865-325D-4837-A3BA-0E0FD610919B}" dt="2025-06-16T09:00:45.820" v="576" actId="47"/>
        <pc:sldMkLst>
          <pc:docMk/>
          <pc:sldMk cId="4089866650" sldId="258"/>
        </pc:sldMkLst>
      </pc:sldChg>
      <pc:sldChg chg="del">
        <pc:chgData name="dhanana venkatesh" userId="8f62142fb12ede3f" providerId="LiveId" clId="{16963865-325D-4837-A3BA-0E0FD610919B}" dt="2025-06-16T06:44:07.135" v="47" actId="47"/>
        <pc:sldMkLst>
          <pc:docMk/>
          <pc:sldMk cId="1566028486" sldId="259"/>
        </pc:sldMkLst>
      </pc:sldChg>
      <pc:sldChg chg="addSp delSp modSp new mod modTransition">
        <pc:chgData name="dhanana venkatesh" userId="8f62142fb12ede3f" providerId="LiveId" clId="{16963865-325D-4837-A3BA-0E0FD610919B}" dt="2025-06-16T07:54:20.759" v="431" actId="14100"/>
        <pc:sldMkLst>
          <pc:docMk/>
          <pc:sldMk cId="2716301747" sldId="259"/>
        </pc:sldMkLst>
        <pc:spChg chg="add mod">
          <ac:chgData name="dhanana venkatesh" userId="8f62142fb12ede3f" providerId="LiveId" clId="{16963865-325D-4837-A3BA-0E0FD610919B}" dt="2025-06-16T07:49:50.432" v="388" actId="1076"/>
          <ac:spMkLst>
            <pc:docMk/>
            <pc:sldMk cId="2716301747" sldId="259"/>
            <ac:spMk id="5" creationId="{6E999D23-25AE-6D7D-3844-1F131D3229A1}"/>
          </ac:spMkLst>
        </pc:spChg>
        <pc:spChg chg="add mod">
          <ac:chgData name="dhanana venkatesh" userId="8f62142fb12ede3f" providerId="LiveId" clId="{16963865-325D-4837-A3BA-0E0FD610919B}" dt="2025-06-16T07:52:44.958" v="423" actId="207"/>
          <ac:spMkLst>
            <pc:docMk/>
            <pc:sldMk cId="2716301747" sldId="259"/>
            <ac:spMk id="7" creationId="{05A5FF3E-07C4-1995-300F-71CD0F09C907}"/>
          </ac:spMkLst>
        </pc:spChg>
        <pc:spChg chg="add mod">
          <ac:chgData name="dhanana venkatesh" userId="8f62142fb12ede3f" providerId="LiveId" clId="{16963865-325D-4837-A3BA-0E0FD610919B}" dt="2025-06-16T07:53:01.117" v="425" actId="12"/>
          <ac:spMkLst>
            <pc:docMk/>
            <pc:sldMk cId="2716301747" sldId="259"/>
            <ac:spMk id="9" creationId="{120CA246-20FC-EEF7-D5B8-01065BE25F72}"/>
          </ac:spMkLst>
        </pc:spChg>
        <pc:picChg chg="add mod">
          <ac:chgData name="dhanana venkatesh" userId="8f62142fb12ede3f" providerId="LiveId" clId="{16963865-325D-4837-A3BA-0E0FD610919B}" dt="2025-06-16T07:54:20.759" v="431" actId="14100"/>
          <ac:picMkLst>
            <pc:docMk/>
            <pc:sldMk cId="2716301747" sldId="259"/>
            <ac:picMk id="11" creationId="{CA8DF0B9-6FC1-EBD4-ADE3-4AC820F69EE1}"/>
          </ac:picMkLst>
        </pc:picChg>
      </pc:sldChg>
      <pc:sldChg chg="new del">
        <pc:chgData name="dhanana venkatesh" userId="8f62142fb12ede3f" providerId="LiveId" clId="{16963865-325D-4837-A3BA-0E0FD610919B}" dt="2025-06-16T06:44:07.100" v="46" actId="47"/>
        <pc:sldMkLst>
          <pc:docMk/>
          <pc:sldMk cId="440425319" sldId="260"/>
        </pc:sldMkLst>
      </pc:sldChg>
      <pc:sldChg chg="delSp modSp new del mod">
        <pc:chgData name="dhanana venkatesh" userId="8f62142fb12ede3f" providerId="LiveId" clId="{16963865-325D-4837-A3BA-0E0FD610919B}" dt="2025-06-16T07:56:31.660" v="435" actId="47"/>
        <pc:sldMkLst>
          <pc:docMk/>
          <pc:sldMk cId="3052008547" sldId="260"/>
        </pc:sldMkLst>
      </pc:sldChg>
      <pc:sldChg chg="addSp delSp modSp new mod ord modTransition modAnim">
        <pc:chgData name="dhanana venkatesh" userId="8f62142fb12ede3f" providerId="LiveId" clId="{16963865-325D-4837-A3BA-0E0FD610919B}" dt="2025-06-18T13:03:54.298" v="1247"/>
        <pc:sldMkLst>
          <pc:docMk/>
          <pc:sldMk cId="2845756806" sldId="261"/>
        </pc:sldMkLst>
        <pc:spChg chg="add mod">
          <ac:chgData name="dhanana venkatesh" userId="8f62142fb12ede3f" providerId="LiveId" clId="{16963865-325D-4837-A3BA-0E0FD610919B}" dt="2025-06-18T12:48:25.585" v="1201" actId="14100"/>
          <ac:spMkLst>
            <pc:docMk/>
            <pc:sldMk cId="2845756806" sldId="261"/>
            <ac:spMk id="10" creationId="{D4693A9B-404B-B2C8-506B-F3A7D691A3CA}"/>
          </ac:spMkLst>
        </pc:spChg>
        <pc:spChg chg="add mod">
          <ac:chgData name="dhanana venkatesh" userId="8f62142fb12ede3f" providerId="LiveId" clId="{16963865-325D-4837-A3BA-0E0FD610919B}" dt="2025-06-18T12:50:02.436" v="1214" actId="1076"/>
          <ac:spMkLst>
            <pc:docMk/>
            <pc:sldMk cId="2845756806" sldId="261"/>
            <ac:spMk id="14" creationId="{35A054C9-7AB6-B94C-C82F-1E13BCE3151D}"/>
          </ac:spMkLst>
        </pc:spChg>
        <pc:picChg chg="add mod">
          <ac:chgData name="dhanana venkatesh" userId="8f62142fb12ede3f" providerId="LiveId" clId="{16963865-325D-4837-A3BA-0E0FD610919B}" dt="2025-06-18T12:49:51.042" v="1213" actId="1076"/>
          <ac:picMkLst>
            <pc:docMk/>
            <pc:sldMk cId="2845756806" sldId="261"/>
            <ac:picMk id="2" creationId="{5E97ADAF-5DE2-9A0B-9D38-3E5FB4F6B722}"/>
          </ac:picMkLst>
        </pc:picChg>
        <pc:picChg chg="add mod">
          <ac:chgData name="dhanana venkatesh" userId="8f62142fb12ede3f" providerId="LiveId" clId="{16963865-325D-4837-A3BA-0E0FD610919B}" dt="2025-06-18T12:49:04.833" v="1205" actId="1076"/>
          <ac:picMkLst>
            <pc:docMk/>
            <pc:sldMk cId="2845756806" sldId="261"/>
            <ac:picMk id="12" creationId="{8FEDB05E-196F-ABB6-90D4-37DF4C7A4CA3}"/>
          </ac:picMkLst>
        </pc:picChg>
      </pc:sldChg>
      <pc:sldChg chg="new del">
        <pc:chgData name="dhanana venkatesh" userId="8f62142fb12ede3f" providerId="LiveId" clId="{16963865-325D-4837-A3BA-0E0FD610919B}" dt="2025-06-16T06:44:07.077" v="45" actId="47"/>
        <pc:sldMkLst>
          <pc:docMk/>
          <pc:sldMk cId="2994837218" sldId="261"/>
        </pc:sldMkLst>
      </pc:sldChg>
      <pc:sldChg chg="new del">
        <pc:chgData name="dhanana venkatesh" userId="8f62142fb12ede3f" providerId="LiveId" clId="{16963865-325D-4837-A3BA-0E0FD610919B}" dt="2025-06-16T06:44:07.047" v="44" actId="47"/>
        <pc:sldMkLst>
          <pc:docMk/>
          <pc:sldMk cId="2384508910" sldId="262"/>
        </pc:sldMkLst>
      </pc:sldChg>
      <pc:sldChg chg="delSp new del mod">
        <pc:chgData name="dhanana venkatesh" userId="8f62142fb12ede3f" providerId="LiveId" clId="{16963865-325D-4837-A3BA-0E0FD610919B}" dt="2025-06-16T07:07:45.238" v="130" actId="47"/>
        <pc:sldMkLst>
          <pc:docMk/>
          <pc:sldMk cId="2938460497" sldId="262"/>
        </pc:sldMkLst>
      </pc:sldChg>
      <pc:sldChg chg="add modTransition setBg">
        <pc:chgData name="dhanana venkatesh" userId="8f62142fb12ede3f" providerId="LiveId" clId="{16963865-325D-4837-A3BA-0E0FD610919B}" dt="2025-06-16T07:08:11.579" v="134"/>
        <pc:sldMkLst>
          <pc:docMk/>
          <pc:sldMk cId="0" sldId="263"/>
        </pc:sldMkLst>
      </pc:sldChg>
      <pc:sldChg chg="new del">
        <pc:chgData name="dhanana venkatesh" userId="8f62142fb12ede3f" providerId="LiveId" clId="{16963865-325D-4837-A3BA-0E0FD610919B}" dt="2025-06-16T06:44:07.011" v="43" actId="47"/>
        <pc:sldMkLst>
          <pc:docMk/>
          <pc:sldMk cId="3435619723" sldId="263"/>
        </pc:sldMkLst>
      </pc:sldChg>
      <pc:sldChg chg="addSp delSp modSp add del mod modTransition setBg">
        <pc:chgData name="dhanana venkatesh" userId="8f62142fb12ede3f" providerId="LiveId" clId="{16963865-325D-4837-A3BA-0E0FD610919B}" dt="2025-06-16T11:01:52.558" v="1107"/>
        <pc:sldMkLst>
          <pc:docMk/>
          <pc:sldMk cId="0" sldId="264"/>
        </pc:sldMkLst>
        <pc:spChg chg="mod">
          <ac:chgData name="dhanana venkatesh" userId="8f62142fb12ede3f" providerId="LiveId" clId="{16963865-325D-4837-A3BA-0E0FD610919B}" dt="2025-06-16T08:04:05.594" v="558" actId="14100"/>
          <ac:spMkLst>
            <pc:docMk/>
            <pc:sldMk cId="0" sldId="264"/>
            <ac:spMk id="7" creationId="{10730C2F-28C7-06FE-CB82-73D2487136C7}"/>
          </ac:spMkLst>
        </pc:spChg>
        <pc:picChg chg="add mod">
          <ac:chgData name="dhanana venkatesh" userId="8f62142fb12ede3f" providerId="LiveId" clId="{16963865-325D-4837-A3BA-0E0FD610919B}" dt="2025-06-16T08:14:02.628" v="570" actId="1076"/>
          <ac:picMkLst>
            <pc:docMk/>
            <pc:sldMk cId="0" sldId="264"/>
            <ac:picMk id="3" creationId="{49E72CE1-9812-D42F-AA42-AB77FB267A73}"/>
          </ac:picMkLst>
        </pc:picChg>
        <pc:picChg chg="add mod">
          <ac:chgData name="dhanana venkatesh" userId="8f62142fb12ede3f" providerId="LiveId" clId="{16963865-325D-4837-A3BA-0E0FD610919B}" dt="2025-06-16T08:16:52.152" v="572" actId="1076"/>
          <ac:picMkLst>
            <pc:docMk/>
            <pc:sldMk cId="0" sldId="264"/>
            <ac:picMk id="9" creationId="{8D4BECDB-A306-3BAB-A3EA-FF417CFFBCFE}"/>
          </ac:picMkLst>
        </pc:picChg>
      </pc:sldChg>
      <pc:sldChg chg="new del">
        <pc:chgData name="dhanana venkatesh" userId="8f62142fb12ede3f" providerId="LiveId" clId="{16963865-325D-4837-A3BA-0E0FD610919B}" dt="2025-06-16T06:44:06.978" v="42" actId="47"/>
        <pc:sldMkLst>
          <pc:docMk/>
          <pc:sldMk cId="814802184" sldId="264"/>
        </pc:sldMkLst>
      </pc:sldChg>
      <pc:sldChg chg="new del">
        <pc:chgData name="dhanana venkatesh" userId="8f62142fb12ede3f" providerId="LiveId" clId="{16963865-325D-4837-A3BA-0E0FD610919B}" dt="2025-06-16T07:08:31.484" v="136" actId="680"/>
        <pc:sldMkLst>
          <pc:docMk/>
          <pc:sldMk cId="3137138137" sldId="264"/>
        </pc:sldMkLst>
      </pc:sldChg>
      <pc:sldChg chg="addSp delSp modSp add mod ord modTransition setBg">
        <pc:chgData name="dhanana venkatesh" userId="8f62142fb12ede3f" providerId="LiveId" clId="{16963865-325D-4837-A3BA-0E0FD610919B}" dt="2025-06-16T11:01:11.069" v="1103"/>
        <pc:sldMkLst>
          <pc:docMk/>
          <pc:sldMk cId="0" sldId="265"/>
        </pc:sldMkLst>
        <pc:spChg chg="add mod">
          <ac:chgData name="dhanana venkatesh" userId="8f62142fb12ede3f" providerId="LiveId" clId="{16963865-325D-4837-A3BA-0E0FD610919B}" dt="2025-06-16T09:02:47.105" v="615"/>
          <ac:spMkLst>
            <pc:docMk/>
            <pc:sldMk cId="0" sldId="265"/>
            <ac:spMk id="13" creationId="{D3394C41-CB37-93A0-D20C-1E7F2F9DF5A5}"/>
          </ac:spMkLst>
        </pc:spChg>
        <pc:spChg chg="add">
          <ac:chgData name="dhanana venkatesh" userId="8f62142fb12ede3f" providerId="LiveId" clId="{16963865-325D-4837-A3BA-0E0FD610919B}" dt="2025-06-16T09:08:34.306" v="631"/>
          <ac:spMkLst>
            <pc:docMk/>
            <pc:sldMk cId="0" sldId="265"/>
            <ac:spMk id="15" creationId="{D4C7B627-E2BA-9FA4-F7D1-6C521C653A52}"/>
          </ac:spMkLst>
        </pc:spChg>
        <pc:spChg chg="add mod">
          <ac:chgData name="dhanana venkatesh" userId="8f62142fb12ede3f" providerId="LiveId" clId="{16963865-325D-4837-A3BA-0E0FD610919B}" dt="2025-06-16T09:26:52.164" v="725" actId="12"/>
          <ac:spMkLst>
            <pc:docMk/>
            <pc:sldMk cId="0" sldId="265"/>
            <ac:spMk id="19" creationId="{D1DEB879-3AD2-A4F1-7C04-CEB968A9E316}"/>
          </ac:spMkLst>
        </pc:spChg>
      </pc:sldChg>
      <pc:sldChg chg="new del">
        <pc:chgData name="dhanana venkatesh" userId="8f62142fb12ede3f" providerId="LiveId" clId="{16963865-325D-4837-A3BA-0E0FD610919B}" dt="2025-06-16T06:44:06.947" v="41" actId="47"/>
        <pc:sldMkLst>
          <pc:docMk/>
          <pc:sldMk cId="3602459383" sldId="265"/>
        </pc:sldMkLst>
      </pc:sldChg>
      <pc:sldChg chg="addSp delSp modSp new mod modTransition">
        <pc:chgData name="dhanana venkatesh" userId="8f62142fb12ede3f" providerId="LiveId" clId="{16963865-325D-4837-A3BA-0E0FD610919B}" dt="2025-06-16T09:06:36.474" v="625" actId="14100"/>
        <pc:sldMkLst>
          <pc:docMk/>
          <pc:sldMk cId="609527735" sldId="266"/>
        </pc:sldMkLst>
        <pc:picChg chg="add mod">
          <ac:chgData name="dhanana venkatesh" userId="8f62142fb12ede3f" providerId="LiveId" clId="{16963865-325D-4837-A3BA-0E0FD610919B}" dt="2025-06-16T09:06:36.474" v="625" actId="14100"/>
          <ac:picMkLst>
            <pc:docMk/>
            <pc:sldMk cId="609527735" sldId="266"/>
            <ac:picMk id="7" creationId="{3AF9EF5E-F353-D3AB-6ADD-DE7E819C753C}"/>
          </ac:picMkLst>
        </pc:picChg>
      </pc:sldChg>
      <pc:sldChg chg="new del">
        <pc:chgData name="dhanana venkatesh" userId="8f62142fb12ede3f" providerId="LiveId" clId="{16963865-325D-4837-A3BA-0E0FD610919B}" dt="2025-06-16T06:44:06.930" v="40" actId="47"/>
        <pc:sldMkLst>
          <pc:docMk/>
          <pc:sldMk cId="3361484910" sldId="266"/>
        </pc:sldMkLst>
      </pc:sldChg>
      <pc:sldChg chg="new del">
        <pc:chgData name="dhanana venkatesh" userId="8f62142fb12ede3f" providerId="LiveId" clId="{16963865-325D-4837-A3BA-0E0FD610919B}" dt="2025-06-16T06:44:06.898" v="39" actId="47"/>
        <pc:sldMkLst>
          <pc:docMk/>
          <pc:sldMk cId="3551553344" sldId="267"/>
        </pc:sldMkLst>
      </pc:sldChg>
      <pc:sldChg chg="addSp delSp modSp new mod modTransition">
        <pc:chgData name="dhanana venkatesh" userId="8f62142fb12ede3f" providerId="LiveId" clId="{16963865-325D-4837-A3BA-0E0FD610919B}" dt="2025-06-16T11:01:18.751" v="1104"/>
        <pc:sldMkLst>
          <pc:docMk/>
          <pc:sldMk cId="3615836145" sldId="267"/>
        </pc:sldMkLst>
        <pc:spChg chg="add mod">
          <ac:chgData name="dhanana venkatesh" userId="8f62142fb12ede3f" providerId="LiveId" clId="{16963865-325D-4837-A3BA-0E0FD610919B}" dt="2025-06-16T09:28:31.202" v="734" actId="12"/>
          <ac:spMkLst>
            <pc:docMk/>
            <pc:sldMk cId="3615836145" sldId="267"/>
            <ac:spMk id="5" creationId="{A01782FF-4F58-E85E-4B47-64E394DF47F4}"/>
          </ac:spMkLst>
        </pc:spChg>
      </pc:sldChg>
      <pc:sldChg chg="new del">
        <pc:chgData name="dhanana venkatesh" userId="8f62142fb12ede3f" providerId="LiveId" clId="{16963865-325D-4837-A3BA-0E0FD610919B}" dt="2025-06-16T06:44:06.385" v="38" actId="47"/>
        <pc:sldMkLst>
          <pc:docMk/>
          <pc:sldMk cId="2008629178" sldId="268"/>
        </pc:sldMkLst>
      </pc:sldChg>
      <pc:sldChg chg="addSp delSp modSp new mod modTransition">
        <pc:chgData name="dhanana venkatesh" userId="8f62142fb12ede3f" providerId="LiveId" clId="{16963865-325D-4837-A3BA-0E0FD610919B}" dt="2025-06-16T10:10:33.266" v="965" actId="1076"/>
        <pc:sldMkLst>
          <pc:docMk/>
          <pc:sldMk cId="2894977994" sldId="268"/>
        </pc:sldMkLst>
        <pc:spChg chg="add mod">
          <ac:chgData name="dhanana venkatesh" userId="8f62142fb12ede3f" providerId="LiveId" clId="{16963865-325D-4837-A3BA-0E0FD610919B}" dt="2025-06-16T10:10:33.266" v="965" actId="1076"/>
          <ac:spMkLst>
            <pc:docMk/>
            <pc:sldMk cId="2894977994" sldId="268"/>
            <ac:spMk id="9" creationId="{248610B8-4679-2294-F59B-77C4901FDF87}"/>
          </ac:spMkLst>
        </pc:spChg>
        <pc:picChg chg="add mod">
          <ac:chgData name="dhanana venkatesh" userId="8f62142fb12ede3f" providerId="LiveId" clId="{16963865-325D-4837-A3BA-0E0FD610919B}" dt="2025-06-16T09:57:18.016" v="917" actId="14100"/>
          <ac:picMkLst>
            <pc:docMk/>
            <pc:sldMk cId="2894977994" sldId="268"/>
            <ac:picMk id="7" creationId="{E316CA76-C44D-D2FE-4AF7-D493EBC86106}"/>
          </ac:picMkLst>
        </pc:picChg>
      </pc:sldChg>
      <pc:sldChg chg="addSp delSp modSp new mod modTransition">
        <pc:chgData name="dhanana venkatesh" userId="8f62142fb12ede3f" providerId="LiveId" clId="{16963865-325D-4837-A3BA-0E0FD610919B}" dt="2025-06-16T09:58:43.424" v="930"/>
        <pc:sldMkLst>
          <pc:docMk/>
          <pc:sldMk cId="1970088643" sldId="269"/>
        </pc:sldMkLst>
        <pc:picChg chg="add mod">
          <ac:chgData name="dhanana venkatesh" userId="8f62142fb12ede3f" providerId="LiveId" clId="{16963865-325D-4837-A3BA-0E0FD610919B}" dt="2025-06-16T09:41:51.060" v="761" actId="14100"/>
          <ac:picMkLst>
            <pc:docMk/>
            <pc:sldMk cId="1970088643" sldId="269"/>
            <ac:picMk id="7" creationId="{7A100F51-83A3-1445-D278-F819184371E7}"/>
          </ac:picMkLst>
        </pc:picChg>
      </pc:sldChg>
      <pc:sldChg chg="new del">
        <pc:chgData name="dhanana venkatesh" userId="8f62142fb12ede3f" providerId="LiveId" clId="{16963865-325D-4837-A3BA-0E0FD610919B}" dt="2025-06-16T06:44:06.193" v="37" actId="47"/>
        <pc:sldMkLst>
          <pc:docMk/>
          <pc:sldMk cId="2181728615" sldId="269"/>
        </pc:sldMkLst>
      </pc:sldChg>
      <pc:sldChg chg="new del">
        <pc:chgData name="dhanana venkatesh" userId="8f62142fb12ede3f" providerId="LiveId" clId="{16963865-325D-4837-A3BA-0E0FD610919B}" dt="2025-06-16T06:44:06.027" v="36" actId="47"/>
        <pc:sldMkLst>
          <pc:docMk/>
          <pc:sldMk cId="1242126889" sldId="270"/>
        </pc:sldMkLst>
      </pc:sldChg>
      <pc:sldChg chg="addSp delSp modSp new mod modTransition">
        <pc:chgData name="dhanana venkatesh" userId="8f62142fb12ede3f" providerId="LiveId" clId="{16963865-325D-4837-A3BA-0E0FD610919B}" dt="2025-06-16T09:58:35.949" v="929"/>
        <pc:sldMkLst>
          <pc:docMk/>
          <pc:sldMk cId="1459466830" sldId="270"/>
        </pc:sldMkLst>
        <pc:picChg chg="add mod">
          <ac:chgData name="dhanana venkatesh" userId="8f62142fb12ede3f" providerId="LiveId" clId="{16963865-325D-4837-A3BA-0E0FD610919B}" dt="2025-06-16T09:40:26.853" v="750" actId="1076"/>
          <ac:picMkLst>
            <pc:docMk/>
            <pc:sldMk cId="1459466830" sldId="270"/>
            <ac:picMk id="5" creationId="{C1DE9C02-DB35-C6D2-D278-20B4EAF00BC5}"/>
          </ac:picMkLst>
        </pc:picChg>
      </pc:sldChg>
      <pc:sldChg chg="new del">
        <pc:chgData name="dhanana venkatesh" userId="8f62142fb12ede3f" providerId="LiveId" clId="{16963865-325D-4837-A3BA-0E0FD610919B}" dt="2025-06-16T06:44:05.836" v="35" actId="47"/>
        <pc:sldMkLst>
          <pc:docMk/>
          <pc:sldMk cId="1576905061" sldId="271"/>
        </pc:sldMkLst>
      </pc:sldChg>
      <pc:sldChg chg="addSp delSp modSp new mod ord modTransition">
        <pc:chgData name="dhanana venkatesh" userId="8f62142fb12ede3f" providerId="LiveId" clId="{16963865-325D-4837-A3BA-0E0FD610919B}" dt="2025-06-16T10:59:35.546" v="1101"/>
        <pc:sldMkLst>
          <pc:docMk/>
          <pc:sldMk cId="2097877472" sldId="271"/>
        </pc:sldMkLst>
        <pc:picChg chg="add mod">
          <ac:chgData name="dhanana venkatesh" userId="8f62142fb12ede3f" providerId="LiveId" clId="{16963865-325D-4837-A3BA-0E0FD610919B}" dt="2025-06-16T10:16:36.779" v="988" actId="14100"/>
          <ac:picMkLst>
            <pc:docMk/>
            <pc:sldMk cId="2097877472" sldId="271"/>
            <ac:picMk id="5" creationId="{11ED166A-553C-FE7D-0CBF-FFF35F2AE973}"/>
          </ac:picMkLst>
        </pc:picChg>
      </pc:sldChg>
      <pc:sldChg chg="new del">
        <pc:chgData name="dhanana venkatesh" userId="8f62142fb12ede3f" providerId="LiveId" clId="{16963865-325D-4837-A3BA-0E0FD610919B}" dt="2025-06-16T06:44:05.646" v="34" actId="47"/>
        <pc:sldMkLst>
          <pc:docMk/>
          <pc:sldMk cId="227193312" sldId="272"/>
        </pc:sldMkLst>
      </pc:sldChg>
      <pc:sldChg chg="addSp delSp modSp new mod modTransition">
        <pc:chgData name="dhanana venkatesh" userId="8f62142fb12ede3f" providerId="LiveId" clId="{16963865-325D-4837-A3BA-0E0FD610919B}" dt="2025-06-16T11:01:28.745" v="1105"/>
        <pc:sldMkLst>
          <pc:docMk/>
          <pc:sldMk cId="2065183112" sldId="272"/>
        </pc:sldMkLst>
        <pc:spChg chg="mod">
          <ac:chgData name="dhanana venkatesh" userId="8f62142fb12ede3f" providerId="LiveId" clId="{16963865-325D-4837-A3BA-0E0FD610919B}" dt="2025-06-16T09:50:18.545" v="773"/>
          <ac:spMkLst>
            <pc:docMk/>
            <pc:sldMk cId="2065183112" sldId="272"/>
            <ac:spMk id="2" creationId="{822C15B2-328F-BF21-85C6-919DEB49DD70}"/>
          </ac:spMkLst>
        </pc:spChg>
        <pc:spChg chg="mod">
          <ac:chgData name="dhanana venkatesh" userId="8f62142fb12ede3f" providerId="LiveId" clId="{16963865-325D-4837-A3BA-0E0FD610919B}" dt="2025-06-16T10:08:26.579" v="932" actId="14100"/>
          <ac:spMkLst>
            <pc:docMk/>
            <pc:sldMk cId="2065183112" sldId="272"/>
            <ac:spMk id="3" creationId="{45AC5DF1-B1B8-238E-2AD1-1DCC00A2BF4F}"/>
          </ac:spMkLst>
        </pc:spChg>
        <pc:picChg chg="add mod">
          <ac:chgData name="dhanana venkatesh" userId="8f62142fb12ede3f" providerId="LiveId" clId="{16963865-325D-4837-A3BA-0E0FD610919B}" dt="2025-06-16T10:09:30.055" v="940" actId="1076"/>
          <ac:picMkLst>
            <pc:docMk/>
            <pc:sldMk cId="2065183112" sldId="272"/>
            <ac:picMk id="5" creationId="{594C474C-1B6D-6AB9-956F-07914BBF24D7}"/>
          </ac:picMkLst>
        </pc:picChg>
      </pc:sldChg>
      <pc:sldChg chg="new del">
        <pc:chgData name="dhanana venkatesh" userId="8f62142fb12ede3f" providerId="LiveId" clId="{16963865-325D-4837-A3BA-0E0FD610919B}" dt="2025-06-16T06:44:05.478" v="33" actId="47"/>
        <pc:sldMkLst>
          <pc:docMk/>
          <pc:sldMk cId="1181052733" sldId="273"/>
        </pc:sldMkLst>
      </pc:sldChg>
      <pc:sldChg chg="addSp delSp modSp new mod modTransition">
        <pc:chgData name="dhanana venkatesh" userId="8f62142fb12ede3f" providerId="LiveId" clId="{16963865-325D-4837-A3BA-0E0FD610919B}" dt="2025-06-16T11:01:41.427" v="1106"/>
        <pc:sldMkLst>
          <pc:docMk/>
          <pc:sldMk cId="3668811594" sldId="273"/>
        </pc:sldMkLst>
        <pc:spChg chg="mod">
          <ac:chgData name="dhanana venkatesh" userId="8f62142fb12ede3f" providerId="LiveId" clId="{16963865-325D-4837-A3BA-0E0FD610919B}" dt="2025-06-16T10:08:57.037" v="936" actId="5793"/>
          <ac:spMkLst>
            <pc:docMk/>
            <pc:sldMk cId="3668811594" sldId="273"/>
            <ac:spMk id="3" creationId="{5FAE0AEE-5ED8-0EC1-EB86-15C243344EE4}"/>
          </ac:spMkLst>
        </pc:spChg>
        <pc:spChg chg="add mod">
          <ac:chgData name="dhanana venkatesh" userId="8f62142fb12ede3f" providerId="LiveId" clId="{16963865-325D-4837-A3BA-0E0FD610919B}" dt="2025-06-16T10:09:19.788" v="938"/>
          <ac:spMkLst>
            <pc:docMk/>
            <pc:sldMk cId="3668811594" sldId="273"/>
            <ac:spMk id="8" creationId="{AC267C66-C0ED-C5CB-1A66-A363E560434C}"/>
          </ac:spMkLst>
        </pc:spChg>
        <pc:picChg chg="add mod">
          <ac:chgData name="dhanana venkatesh" userId="8f62142fb12ede3f" providerId="LiveId" clId="{16963865-325D-4837-A3BA-0E0FD610919B}" dt="2025-06-16T10:09:39.604" v="942" actId="1076"/>
          <ac:picMkLst>
            <pc:docMk/>
            <pc:sldMk cId="3668811594" sldId="273"/>
            <ac:picMk id="7" creationId="{C9AC527E-9D11-FEC3-4199-86CBAF990C99}"/>
          </ac:picMkLst>
        </pc:picChg>
      </pc:sldChg>
      <pc:sldChg chg="new del">
        <pc:chgData name="dhanana venkatesh" userId="8f62142fb12ede3f" providerId="LiveId" clId="{16963865-325D-4837-A3BA-0E0FD610919B}" dt="2025-06-16T06:44:05.307" v="32" actId="47"/>
        <pc:sldMkLst>
          <pc:docMk/>
          <pc:sldMk cId="3542595136" sldId="274"/>
        </pc:sldMkLst>
      </pc:sldChg>
      <pc:sldChg chg="addSp delSp modSp new mod ord modTransition">
        <pc:chgData name="dhanana venkatesh" userId="8f62142fb12ede3f" providerId="LiveId" clId="{16963865-325D-4837-A3BA-0E0FD610919B}" dt="2025-06-16T10:59:27.756" v="1100"/>
        <pc:sldMkLst>
          <pc:docMk/>
          <pc:sldMk cId="3660546355" sldId="274"/>
        </pc:sldMkLst>
        <pc:picChg chg="add mod">
          <ac:chgData name="dhanana venkatesh" userId="8f62142fb12ede3f" providerId="LiveId" clId="{16963865-325D-4837-A3BA-0E0FD610919B}" dt="2025-06-16T10:16:09.093" v="983" actId="14100"/>
          <ac:picMkLst>
            <pc:docMk/>
            <pc:sldMk cId="3660546355" sldId="274"/>
            <ac:picMk id="5" creationId="{8F2131A8-291F-23D6-8385-678F56F483F1}"/>
          </ac:picMkLst>
        </pc:picChg>
      </pc:sldChg>
      <pc:sldChg chg="addSp modSp new mod modTransition">
        <pc:chgData name="dhanana venkatesh" userId="8f62142fb12ede3f" providerId="LiveId" clId="{16963865-325D-4837-A3BA-0E0FD610919B}" dt="2025-06-16T10:59:44.814" v="1102"/>
        <pc:sldMkLst>
          <pc:docMk/>
          <pc:sldMk cId="2627214295" sldId="275"/>
        </pc:sldMkLst>
        <pc:spChg chg="add mod">
          <ac:chgData name="dhanana venkatesh" userId="8f62142fb12ede3f" providerId="LiveId" clId="{16963865-325D-4837-A3BA-0E0FD610919B}" dt="2025-06-16T10:18:41.846" v="1014" actId="1076"/>
          <ac:spMkLst>
            <pc:docMk/>
            <pc:sldMk cId="2627214295" sldId="275"/>
            <ac:spMk id="2" creationId="{9F780442-ECED-ECC4-8A84-4684B30E92DA}"/>
          </ac:spMkLst>
        </pc:spChg>
        <pc:spChg chg="add mod">
          <ac:chgData name="dhanana venkatesh" userId="8f62142fb12ede3f" providerId="LiveId" clId="{16963865-325D-4837-A3BA-0E0FD610919B}" dt="2025-06-16T10:19:27.217" v="1032" actId="1076"/>
          <ac:spMkLst>
            <pc:docMk/>
            <pc:sldMk cId="2627214295" sldId="275"/>
            <ac:spMk id="3" creationId="{900D6E93-B593-FCB8-7B5D-4FDACCC2D1AD}"/>
          </ac:spMkLst>
        </pc:spChg>
        <pc:spChg chg="add mod">
          <ac:chgData name="dhanana venkatesh" userId="8f62142fb12ede3f" providerId="LiveId" clId="{16963865-325D-4837-A3BA-0E0FD610919B}" dt="2025-06-16T10:46:24.339" v="1050" actId="123"/>
          <ac:spMkLst>
            <pc:docMk/>
            <pc:sldMk cId="2627214295" sldId="275"/>
            <ac:spMk id="5" creationId="{43155E48-1D48-9E24-FF49-FFFF581E04C4}"/>
          </ac:spMkLst>
        </pc:spChg>
      </pc:sldChg>
      <pc:sldChg chg="new del">
        <pc:chgData name="dhanana venkatesh" userId="8f62142fb12ede3f" providerId="LiveId" clId="{16963865-325D-4837-A3BA-0E0FD610919B}" dt="2025-06-16T06:44:05.129" v="31" actId="47"/>
        <pc:sldMkLst>
          <pc:docMk/>
          <pc:sldMk cId="3725588061" sldId="275"/>
        </pc:sldMkLst>
      </pc:sldChg>
      <pc:sldChg chg="new del">
        <pc:chgData name="dhanana venkatesh" userId="8f62142fb12ede3f" providerId="LiveId" clId="{16963865-325D-4837-A3BA-0E0FD610919B}" dt="2025-06-16T06:44:04.948" v="30" actId="47"/>
        <pc:sldMkLst>
          <pc:docMk/>
          <pc:sldMk cId="160180672" sldId="276"/>
        </pc:sldMkLst>
      </pc:sldChg>
      <pc:sldChg chg="addSp delSp modSp new mod modTransition">
        <pc:chgData name="dhanana venkatesh" userId="8f62142fb12ede3f" providerId="LiveId" clId="{16963865-325D-4837-A3BA-0E0FD610919B}" dt="2025-06-16T10:57:29.604" v="1097" actId="1076"/>
        <pc:sldMkLst>
          <pc:docMk/>
          <pc:sldMk cId="3559617850" sldId="276"/>
        </pc:sldMkLst>
        <pc:spChg chg="add mod">
          <ac:chgData name="dhanana venkatesh" userId="8f62142fb12ede3f" providerId="LiveId" clId="{16963865-325D-4837-A3BA-0E0FD610919B}" dt="2025-06-16T10:57:29.604" v="1097" actId="1076"/>
          <ac:spMkLst>
            <pc:docMk/>
            <pc:sldMk cId="3559617850" sldId="276"/>
            <ac:spMk id="5" creationId="{707B534B-DF63-3276-80CD-A095951FDF6B}"/>
          </ac:spMkLst>
        </pc:spChg>
        <pc:picChg chg="add mod">
          <ac:chgData name="dhanana venkatesh" userId="8f62142fb12ede3f" providerId="LiveId" clId="{16963865-325D-4837-A3BA-0E0FD610919B}" dt="2025-06-16T10:56:03.138" v="1076" actId="14100"/>
          <ac:picMkLst>
            <pc:docMk/>
            <pc:sldMk cId="3559617850" sldId="276"/>
            <ac:picMk id="4" creationId="{3D537AAC-FF5B-91AC-45D0-74B2E90C7AEB}"/>
          </ac:picMkLst>
        </pc:picChg>
      </pc:sldChg>
      <pc:sldChg chg="addSp delSp modSp new mod modTransition">
        <pc:chgData name="dhanana venkatesh" userId="8f62142fb12ede3f" providerId="LiveId" clId="{16963865-325D-4837-A3BA-0E0FD610919B}" dt="2025-06-18T12:32:34.123" v="1123"/>
        <pc:sldMkLst>
          <pc:docMk/>
          <pc:sldMk cId="1345216185" sldId="277"/>
        </pc:sldMkLst>
        <pc:spChg chg="del">
          <ac:chgData name="dhanana venkatesh" userId="8f62142fb12ede3f" providerId="LiveId" clId="{16963865-325D-4837-A3BA-0E0FD610919B}" dt="2025-06-18T12:29:56.442" v="1109" actId="478"/>
          <ac:spMkLst>
            <pc:docMk/>
            <pc:sldMk cId="1345216185" sldId="277"/>
            <ac:spMk id="2" creationId="{04455904-E9CC-6AE8-AA67-9EA495F306B3}"/>
          </ac:spMkLst>
        </pc:spChg>
        <pc:spChg chg="del mod">
          <ac:chgData name="dhanana venkatesh" userId="8f62142fb12ede3f" providerId="LiveId" clId="{16963865-325D-4837-A3BA-0E0FD610919B}" dt="2025-06-18T12:30:07.044" v="1111" actId="478"/>
          <ac:spMkLst>
            <pc:docMk/>
            <pc:sldMk cId="1345216185" sldId="277"/>
            <ac:spMk id="3" creationId="{F2F867E9-73D9-3A0D-33D1-C5427BA64403}"/>
          </ac:spMkLst>
        </pc:spChg>
        <pc:spChg chg="del">
          <ac:chgData name="dhanana venkatesh" userId="8f62142fb12ede3f" providerId="LiveId" clId="{16963865-325D-4837-A3BA-0E0FD610919B}" dt="2025-06-18T12:30:07.044" v="1111" actId="478"/>
          <ac:spMkLst>
            <pc:docMk/>
            <pc:sldMk cId="1345216185" sldId="277"/>
            <ac:spMk id="4" creationId="{DE8C471B-9C40-1F2B-5954-35D6E7C82BA9}"/>
          </ac:spMkLst>
        </pc:spChg>
        <pc:spChg chg="del">
          <ac:chgData name="dhanana venkatesh" userId="8f62142fb12ede3f" providerId="LiveId" clId="{16963865-325D-4837-A3BA-0E0FD610919B}" dt="2025-06-18T12:30:07.044" v="1111" actId="478"/>
          <ac:spMkLst>
            <pc:docMk/>
            <pc:sldMk cId="1345216185" sldId="277"/>
            <ac:spMk id="5" creationId="{350BCD1A-23DA-6978-A042-E28B2FC4C660}"/>
          </ac:spMkLst>
        </pc:spChg>
        <pc:spChg chg="del">
          <ac:chgData name="dhanana venkatesh" userId="8f62142fb12ede3f" providerId="LiveId" clId="{16963865-325D-4837-A3BA-0E0FD610919B}" dt="2025-06-18T12:30:07.044" v="1111" actId="478"/>
          <ac:spMkLst>
            <pc:docMk/>
            <pc:sldMk cId="1345216185" sldId="277"/>
            <ac:spMk id="6" creationId="{7DC9650E-D210-D1C4-E3AC-1A79E50BC1CB}"/>
          </ac:spMkLst>
        </pc:spChg>
        <pc:spChg chg="del">
          <ac:chgData name="dhanana venkatesh" userId="8f62142fb12ede3f" providerId="LiveId" clId="{16963865-325D-4837-A3BA-0E0FD610919B}" dt="2025-06-18T12:30:07.044" v="1111" actId="478"/>
          <ac:spMkLst>
            <pc:docMk/>
            <pc:sldMk cId="1345216185" sldId="277"/>
            <ac:spMk id="7" creationId="{0BE80B06-E022-89CD-A5EF-D08CD9A618B7}"/>
          </ac:spMkLst>
        </pc:spChg>
        <pc:spChg chg="del">
          <ac:chgData name="dhanana venkatesh" userId="8f62142fb12ede3f" providerId="LiveId" clId="{16963865-325D-4837-A3BA-0E0FD610919B}" dt="2025-06-18T12:30:07.044" v="1111" actId="478"/>
          <ac:spMkLst>
            <pc:docMk/>
            <pc:sldMk cId="1345216185" sldId="277"/>
            <ac:spMk id="8" creationId="{1370491F-2ED5-363A-4243-4B5096C9ACEA}"/>
          </ac:spMkLst>
        </pc:spChg>
        <pc:picChg chg="add mod">
          <ac:chgData name="dhanana venkatesh" userId="8f62142fb12ede3f" providerId="LiveId" clId="{16963865-325D-4837-A3BA-0E0FD610919B}" dt="2025-06-18T12:32:19.335" v="1122" actId="14100"/>
          <ac:picMkLst>
            <pc:docMk/>
            <pc:sldMk cId="1345216185" sldId="277"/>
            <ac:picMk id="10" creationId="{68D28CAB-86E3-FCC8-F88C-D533093E79D9}"/>
          </ac:picMkLst>
        </pc:picChg>
      </pc:sldChg>
      <pc:sldChg chg="new del">
        <pc:chgData name="dhanana venkatesh" userId="8f62142fb12ede3f" providerId="LiveId" clId="{16963865-325D-4837-A3BA-0E0FD610919B}" dt="2025-06-16T06:44:04.779" v="29" actId="47"/>
        <pc:sldMkLst>
          <pc:docMk/>
          <pc:sldMk cId="3849071387" sldId="277"/>
        </pc:sldMkLst>
      </pc:sldChg>
      <pc:sldChg chg="new del">
        <pc:chgData name="dhanana venkatesh" userId="8f62142fb12ede3f" providerId="LiveId" clId="{16963865-325D-4837-A3BA-0E0FD610919B}" dt="2025-06-16T06:44:04.574" v="28" actId="47"/>
        <pc:sldMkLst>
          <pc:docMk/>
          <pc:sldMk cId="552175658" sldId="278"/>
        </pc:sldMkLst>
      </pc:sldChg>
      <pc:sldChg chg="new del">
        <pc:chgData name="dhanana venkatesh" userId="8f62142fb12ede3f" providerId="LiveId" clId="{16963865-325D-4837-A3BA-0E0FD610919B}" dt="2025-06-16T06:44:04.416" v="27" actId="47"/>
        <pc:sldMkLst>
          <pc:docMk/>
          <pc:sldMk cId="3147041642" sldId="279"/>
        </pc:sldMkLst>
      </pc:sldChg>
      <pc:sldChg chg="new del">
        <pc:chgData name="dhanana venkatesh" userId="8f62142fb12ede3f" providerId="LiveId" clId="{16963865-325D-4837-A3BA-0E0FD610919B}" dt="2025-06-16T06:44:04.243" v="26" actId="47"/>
        <pc:sldMkLst>
          <pc:docMk/>
          <pc:sldMk cId="2675882783" sldId="280"/>
        </pc:sldMkLst>
      </pc:sldChg>
      <pc:sldChg chg="new del">
        <pc:chgData name="dhanana venkatesh" userId="8f62142fb12ede3f" providerId="LiveId" clId="{16963865-325D-4837-A3BA-0E0FD610919B}" dt="2025-06-16T06:44:04.057" v="25" actId="47"/>
        <pc:sldMkLst>
          <pc:docMk/>
          <pc:sldMk cId="1543758891" sldId="281"/>
        </pc:sldMkLst>
      </pc:sldChg>
      <pc:sldChg chg="new del">
        <pc:chgData name="dhanana venkatesh" userId="8f62142fb12ede3f" providerId="LiveId" clId="{16963865-325D-4837-A3BA-0E0FD610919B}" dt="2025-06-16T06:44:03.682" v="23" actId="47"/>
        <pc:sldMkLst>
          <pc:docMk/>
          <pc:sldMk cId="3698885853" sldId="282"/>
        </pc:sldMkLst>
      </pc:sldChg>
      <pc:sldMasterChg chg="delSldLayout">
        <pc:chgData name="dhanana venkatesh" userId="8f62142fb12ede3f" providerId="LiveId" clId="{16963865-325D-4837-A3BA-0E0FD610919B}" dt="2025-06-16T07:56:31.660" v="435" actId="47"/>
        <pc:sldMasterMkLst>
          <pc:docMk/>
          <pc:sldMasterMk cId="84200919" sldId="2147483738"/>
        </pc:sldMasterMkLst>
        <pc:sldLayoutChg chg="del">
          <pc:chgData name="dhanana venkatesh" userId="8f62142fb12ede3f" providerId="LiveId" clId="{16963865-325D-4837-A3BA-0E0FD610919B}" dt="2025-06-16T07:56:31.660" v="435" actId="47"/>
          <pc:sldLayoutMkLst>
            <pc:docMk/>
            <pc:sldMasterMk cId="84200919" sldId="2147483738"/>
            <pc:sldLayoutMk cId="3888945856" sldId="214748375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3B8D6-4AAD-4D36-B647-7EB553A307C2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C3DC1-02DB-4DB6-A19F-EFB55A267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173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4dc4b0956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4dc4b0956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4dc4b0956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4dc4b0956d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4dc4b0956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4dc4b0956d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503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11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647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705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96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400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66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83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877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430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447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8376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137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193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435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07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606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422" name="Google Shape;422;p3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026950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034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4825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692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3187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9939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4759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3139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2802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4200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8660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067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8667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30994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6814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7500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5954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7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600" cy="19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41" name="Google Shape;441;p37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2" name="Google Shape;442;p37"/>
          <p:cNvSpPr txBox="1">
            <a:spLocks noGrp="1"/>
          </p:cNvSpPr>
          <p:nvPr>
            <p:ph type="subTitle" idx="2"/>
          </p:nvPr>
        </p:nvSpPr>
        <p:spPr>
          <a:xfrm>
            <a:off x="5875533" y="1535607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3" name="Google Shape;443;p37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4" name="Google Shape;444;p37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5" name="Google Shape;445;p37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6" name="Google Shape;446;p37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77472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597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4425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5478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4004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0668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6647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01957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93469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5011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9390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02287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6147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69249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3521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0393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7889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40417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495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9701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032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36855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755717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12762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681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4929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0790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08671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7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600" cy="19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41" name="Google Shape;441;p37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2" name="Google Shape;442;p37"/>
          <p:cNvSpPr txBox="1">
            <a:spLocks noGrp="1"/>
          </p:cNvSpPr>
          <p:nvPr>
            <p:ph type="subTitle" idx="2"/>
          </p:nvPr>
        </p:nvSpPr>
        <p:spPr>
          <a:xfrm>
            <a:off x="5875533" y="1535607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3" name="Google Shape;443;p37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4" name="Google Shape;444;p37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5" name="Google Shape;445;p37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446" name="Google Shape;446;p37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600" cy="7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7284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928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34098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72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78369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59347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92830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28899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5205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42334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67702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46166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13970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05073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45271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14009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94004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5188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8729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02773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35646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23279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40914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7" name="Google Shape;407;p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8307174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422" name="Google Shape;422;p3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9791217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13078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2417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68079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820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78182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19019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71379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6247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39522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05062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659842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76977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934357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05907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676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49053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7" name="Google Shape;407;p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6277043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66094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34738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10138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36504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4151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68030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77225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47907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59490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13215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36680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4352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07131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97396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512017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40925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29558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35898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27785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530000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26485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65771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82127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04105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3130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43334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100581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54682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587010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30189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37560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736281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27175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846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6.jp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9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7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5" Type="http://schemas.openxmlformats.org/officeDocument/2006/relationships/slideLayout" Target="../slideLayouts/slideLayout79.xml"/><Relationship Id="rId15" Type="http://schemas.openxmlformats.org/officeDocument/2006/relationships/image" Target="../media/image6.jpg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100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10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06.xml"/><Relationship Id="rId16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5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slideLayout" Target="../slideLayouts/slideLayout134.xml"/><Relationship Id="rId18" Type="http://schemas.openxmlformats.org/officeDocument/2006/relationships/theme" Target="../theme/theme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slideLayout" Target="../slideLayouts/slideLayout133.xml"/><Relationship Id="rId17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5" Type="http://schemas.openxmlformats.org/officeDocument/2006/relationships/slideLayout" Target="../slideLayouts/slideLayout136.xml"/><Relationship Id="rId10" Type="http://schemas.openxmlformats.org/officeDocument/2006/relationships/slideLayout" Target="../slideLayouts/slideLayout131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slideLayout" Target="../slideLayouts/slideLayout1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5402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75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68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4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220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292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760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50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501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C020024-4AC5-4286-B2BD-3A2F01FB3280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7E62933-8880-4B81-871D-CD026B2A3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008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0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8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8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AD52B8-6A67-8EC9-8D3D-C7C0FB101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BBF861-8C11-664B-D43A-984CD67841C6}"/>
              </a:ext>
            </a:extLst>
          </p:cNvPr>
          <p:cNvSpPr txBox="1"/>
          <p:nvPr/>
        </p:nvSpPr>
        <p:spPr>
          <a:xfrm>
            <a:off x="412956" y="390046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/>
              <a:t>Presented By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/>
              <a:t> 	</a:t>
            </a:r>
          </a:p>
          <a:p>
            <a:r>
              <a:rPr lang="en-IN" b="1" dirty="0" err="1"/>
              <a:t>A.Rupa</a:t>
            </a:r>
            <a:r>
              <a:rPr lang="en-IN" b="1" dirty="0"/>
              <a:t> Rani              24KD5A0202</a:t>
            </a:r>
            <a:endParaRPr lang="en-IN" sz="1800" b="1" dirty="0"/>
          </a:p>
          <a:p>
            <a:pPr lvl="0"/>
            <a:r>
              <a:rPr lang="en-IN" sz="1800" b="1" dirty="0"/>
              <a:t>D. Lasya		</a:t>
            </a:r>
            <a:r>
              <a:rPr lang="en-IN" dirty="0">
                <a:solidFill>
                  <a:schemeClr val="bg2"/>
                </a:solidFill>
              </a:rPr>
              <a:t>       </a:t>
            </a:r>
            <a:r>
              <a:rPr lang="en-IN" b="1" dirty="0"/>
              <a:t>23kd1a0230L</a:t>
            </a:r>
          </a:p>
          <a:p>
            <a:pPr lvl="0"/>
            <a:r>
              <a:rPr lang="en-IN" b="1" dirty="0" err="1"/>
              <a:t>M.Prabhukumar</a:t>
            </a:r>
            <a:r>
              <a:rPr lang="en-IN" b="1" dirty="0"/>
              <a:t>        23kd1a0262</a:t>
            </a:r>
          </a:p>
          <a:p>
            <a:pPr lvl="0"/>
            <a:r>
              <a:rPr lang="en-IN" b="1" dirty="0" err="1"/>
              <a:t>K.venkatalakshmi</a:t>
            </a:r>
            <a:r>
              <a:rPr lang="en-IN" b="1" dirty="0"/>
              <a:t>     23kd1a0247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730A3D-2D2A-1B1A-712A-EE4EC6ABDC22}"/>
              </a:ext>
            </a:extLst>
          </p:cNvPr>
          <p:cNvSpPr/>
          <p:nvPr/>
        </p:nvSpPr>
        <p:spPr>
          <a:xfrm>
            <a:off x="153754" y="155309"/>
            <a:ext cx="972075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/>
            <a:r>
              <a:rPr lang="en-IN" sz="5400" b="1" dirty="0">
                <a:solidFill>
                  <a:srgbClr val="FF0000"/>
                </a:solidFill>
                <a:latin typeface="Roboto Serif"/>
                <a:ea typeface="Roboto Serif"/>
                <a:cs typeface="Roboto Serif"/>
                <a:sym typeface="Roboto Serif"/>
              </a:rPr>
              <a:t>DESIGN THINKING AND INNOVATION</a:t>
            </a:r>
            <a:endParaRPr lang="en-IN" sz="5400" dirty="0">
              <a:solidFill>
                <a:srgbClr val="FF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  <p:extLst>
      <p:ext uri="{BB962C8B-B14F-4D97-AF65-F5344CB8AC3E}">
        <p14:creationId xmlns:p14="http://schemas.microsoft.com/office/powerpoint/2010/main" val="30215428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4693A9B-404B-B2C8-506B-F3A7D691A3CA}"/>
              </a:ext>
            </a:extLst>
          </p:cNvPr>
          <p:cNvSpPr/>
          <p:nvPr/>
        </p:nvSpPr>
        <p:spPr>
          <a:xfrm>
            <a:off x="-9564" y="263465"/>
            <a:ext cx="12201564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ALCOHOL DETECTION</a:t>
            </a:r>
          </a:p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AND</a:t>
            </a:r>
          </a:p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ENGINE LOCKING SYSTEM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EDB05E-196F-ABB6-90D4-37DF4C7A4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7434"/>
            <a:ext cx="5280734" cy="29671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5A054C9-7AB6-B94C-C82F-1E13BCE3151D}"/>
              </a:ext>
            </a:extLst>
          </p:cNvPr>
          <p:cNvSpPr txBox="1"/>
          <p:nvPr/>
        </p:nvSpPr>
        <p:spPr>
          <a:xfrm>
            <a:off x="4716254" y="4009213"/>
            <a:ext cx="39304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 Narrow" panose="020B0606020202030204" pitchFamily="34" charset="0"/>
              </a:rPr>
              <a:t>UNDER THE GUIDENCE OF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C00000"/>
                </a:solidFill>
                <a:latin typeface="Arial Narrow" panose="020B0606020202030204" pitchFamily="34" charset="0"/>
              </a:rPr>
              <a:t>Mr.B.RAM</a:t>
            </a:r>
            <a:r>
              <a:rPr lang="en-US" sz="1800" b="1" dirty="0">
                <a:solidFill>
                  <a:srgbClr val="C00000"/>
                </a:solidFill>
                <a:latin typeface="Arial Narrow" panose="020B0606020202030204" pitchFamily="34" charset="0"/>
              </a:rPr>
              <a:t> VARA PRASAD,</a:t>
            </a:r>
            <a:r>
              <a:rPr lang="en-US" sz="1800" dirty="0">
                <a:solidFill>
                  <a:srgbClr val="C00000"/>
                </a:solidFill>
                <a:latin typeface="Arial Narrow" panose="020B0606020202030204" pitchFamily="34" charset="0"/>
              </a:rPr>
              <a:t>(</a:t>
            </a:r>
            <a:r>
              <a:rPr lang="en-US" sz="1800" dirty="0" err="1">
                <a:solidFill>
                  <a:srgbClr val="C00000"/>
                </a:solidFill>
                <a:latin typeface="Arial Narrow" panose="020B0606020202030204" pitchFamily="34" charset="0"/>
              </a:rPr>
              <a:t>Ph.D</a:t>
            </a:r>
            <a:r>
              <a:rPr lang="en-US" sz="1800" dirty="0">
                <a:solidFill>
                  <a:srgbClr val="C00000"/>
                </a:solidFill>
                <a:latin typeface="Arial Narrow" panose="020B0606020202030204" pitchFamily="34" charset="0"/>
              </a:rPr>
              <a:t>)</a:t>
            </a:r>
            <a:endParaRPr lang="en-US" sz="1800" b="1" dirty="0">
              <a:solidFill>
                <a:srgbClr val="C00000"/>
              </a:solidFill>
              <a:latin typeface="Arial Narrow" panose="020B0606020202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 Narrow" panose="020B0606020202030204" pitchFamily="34" charset="0"/>
              </a:rPr>
              <a:t>Assistant professor,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 Narrow" panose="020B0606020202030204" pitchFamily="34" charset="0"/>
              </a:rPr>
              <a:t>Department of EEE, LIET(A).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97ADAF-5DE2-9A0B-9D38-3E5FB4F6B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860" y="3422187"/>
            <a:ext cx="3538634" cy="274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56806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9"/>
          <p:cNvSpPr txBox="1">
            <a:spLocks noGrp="1"/>
          </p:cNvSpPr>
          <p:nvPr>
            <p:ph type="subTitle" idx="1"/>
          </p:nvPr>
        </p:nvSpPr>
        <p:spPr>
          <a:xfrm>
            <a:off x="5748097" y="334097"/>
            <a:ext cx="5879600" cy="72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85" indent="-474121">
              <a:buFont typeface="Wingdings" panose="05000000000000000000" pitchFamily="2" charset="2"/>
              <a:buChar char="v"/>
            </a:pPr>
            <a:r>
              <a:rPr lang="en" dirty="0"/>
              <a:t>INTRODUCTION TO DESIGN THINKING</a:t>
            </a:r>
            <a:endParaRPr dirty="0"/>
          </a:p>
        </p:txBody>
      </p:sp>
      <p:sp>
        <p:nvSpPr>
          <p:cNvPr id="540" name="Google Shape;540;p49"/>
          <p:cNvSpPr txBox="1">
            <a:spLocks noGrp="1"/>
          </p:cNvSpPr>
          <p:nvPr>
            <p:ph type="subTitle" idx="2"/>
          </p:nvPr>
        </p:nvSpPr>
        <p:spPr>
          <a:xfrm>
            <a:off x="5748097" y="1368227"/>
            <a:ext cx="5879600" cy="72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2652" indent="-457189">
              <a:buFont typeface="Wingdings" panose="05000000000000000000" pitchFamily="2" charset="2"/>
              <a:buChar char="v"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541" name="Google Shape;541;p49"/>
          <p:cNvSpPr txBox="1">
            <a:spLocks noGrp="1"/>
          </p:cNvSpPr>
          <p:nvPr>
            <p:ph type="subTitle" idx="3"/>
          </p:nvPr>
        </p:nvSpPr>
        <p:spPr>
          <a:xfrm>
            <a:off x="5748097" y="3641567"/>
            <a:ext cx="5879600" cy="72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85" indent="-474121">
              <a:buFont typeface="Wingdings" panose="05000000000000000000" pitchFamily="2" charset="2"/>
              <a:buChar char="v"/>
            </a:pPr>
            <a:r>
              <a:rPr lang="en" dirty="0"/>
              <a:t>IDEATE</a:t>
            </a:r>
            <a:endParaRPr dirty="0"/>
          </a:p>
        </p:txBody>
      </p:sp>
      <p:sp>
        <p:nvSpPr>
          <p:cNvPr id="542" name="Google Shape;542;p49"/>
          <p:cNvSpPr txBox="1">
            <a:spLocks noGrp="1"/>
          </p:cNvSpPr>
          <p:nvPr>
            <p:ph type="subTitle" idx="4"/>
          </p:nvPr>
        </p:nvSpPr>
        <p:spPr>
          <a:xfrm>
            <a:off x="5748097" y="2091827"/>
            <a:ext cx="5879600" cy="72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85" indent="-474121">
              <a:buFont typeface="Wingdings" panose="05000000000000000000" pitchFamily="2" charset="2"/>
              <a:buChar char="v"/>
            </a:pPr>
            <a:r>
              <a:rPr lang="en" dirty="0"/>
              <a:t>EMPATHY </a:t>
            </a:r>
            <a:endParaRPr dirty="0"/>
          </a:p>
        </p:txBody>
      </p:sp>
      <p:sp>
        <p:nvSpPr>
          <p:cNvPr id="543" name="Google Shape;543;p49"/>
          <p:cNvSpPr txBox="1">
            <a:spLocks noGrp="1"/>
          </p:cNvSpPr>
          <p:nvPr>
            <p:ph type="subTitle" idx="5"/>
          </p:nvPr>
        </p:nvSpPr>
        <p:spPr>
          <a:xfrm>
            <a:off x="5711133" y="4365167"/>
            <a:ext cx="5879600" cy="138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85" indent="-474121">
              <a:buFont typeface="Wingdings" panose="05000000000000000000" pitchFamily="2" charset="2"/>
              <a:buChar char="v"/>
            </a:pPr>
            <a:r>
              <a:rPr lang="en" dirty="0"/>
              <a:t>PROTOTYPE EXPLANATION</a:t>
            </a:r>
          </a:p>
          <a:p>
            <a:pPr marL="609585" indent="-474121">
              <a:buFont typeface="Wingdings" panose="05000000000000000000" pitchFamily="2" charset="2"/>
              <a:buChar char="v"/>
            </a:pPr>
            <a:endParaRPr lang="en" dirty="0"/>
          </a:p>
          <a:p>
            <a:pPr marL="609585" indent="-474121">
              <a:buFont typeface="Wingdings" panose="05000000000000000000" pitchFamily="2" charset="2"/>
              <a:buChar char="v"/>
            </a:pPr>
            <a:r>
              <a:rPr lang="en" dirty="0"/>
              <a:t>CONCLUSION </a:t>
            </a:r>
            <a:endParaRPr dirty="0"/>
          </a:p>
          <a:p>
            <a:pPr marL="0" indent="0"/>
            <a:endParaRPr dirty="0"/>
          </a:p>
        </p:txBody>
      </p:sp>
      <p:sp>
        <p:nvSpPr>
          <p:cNvPr id="544" name="Google Shape;544;p49"/>
          <p:cNvSpPr txBox="1">
            <a:spLocks noGrp="1"/>
          </p:cNvSpPr>
          <p:nvPr>
            <p:ph type="subTitle" idx="6"/>
          </p:nvPr>
        </p:nvSpPr>
        <p:spPr>
          <a:xfrm>
            <a:off x="5748097" y="2917967"/>
            <a:ext cx="5879600" cy="72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9585" indent="-474121">
              <a:buFont typeface="Wingdings" panose="05000000000000000000" pitchFamily="2" charset="2"/>
              <a:buChar char="v"/>
            </a:pPr>
            <a:r>
              <a:rPr lang="en" dirty="0"/>
              <a:t>DEFINE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4DBD3-514D-714C-77DB-9B543D339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1792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939CBA-AF9C-8356-E5B3-72AB625F5675}"/>
              </a:ext>
            </a:extLst>
          </p:cNvPr>
          <p:cNvSpPr txBox="1"/>
          <p:nvPr/>
        </p:nvSpPr>
        <p:spPr>
          <a:xfrm>
            <a:off x="1197428" y="2815427"/>
            <a:ext cx="2873829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dirty="0"/>
              <a:t>CONTENTS</a:t>
            </a:r>
            <a:endParaRPr lang="en-IN" sz="3733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8D28CAB-86E3-FCC8-F88C-D533093E7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216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821B0B-39CA-7C4F-62E9-8852FAC47E01}"/>
              </a:ext>
            </a:extLst>
          </p:cNvPr>
          <p:cNvSpPr/>
          <p:nvPr/>
        </p:nvSpPr>
        <p:spPr>
          <a:xfrm>
            <a:off x="3213449" y="597760"/>
            <a:ext cx="3770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5D9A1C-BF13-43AF-6EA8-DA079D16BBFC}"/>
              </a:ext>
            </a:extLst>
          </p:cNvPr>
          <p:cNvSpPr/>
          <p:nvPr/>
        </p:nvSpPr>
        <p:spPr>
          <a:xfrm>
            <a:off x="1178784" y="794406"/>
            <a:ext cx="55082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INTRODUCTION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030983-4F00-4A7B-D182-5962590CA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2102" y="4872498"/>
            <a:ext cx="2857500" cy="1714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8E8C5E-49F0-7AEA-0F7E-F684F85AE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61" y="2110087"/>
            <a:ext cx="2850697" cy="20686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8E7CAB1-94E1-CC85-78F4-A5586B152C85}"/>
              </a:ext>
            </a:extLst>
          </p:cNvPr>
          <p:cNvSpPr txBox="1"/>
          <p:nvPr/>
        </p:nvSpPr>
        <p:spPr>
          <a:xfrm>
            <a:off x="4748981" y="2411523"/>
            <a:ext cx="38931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2">
                    <a:lumMod val="10000"/>
                  </a:schemeClr>
                </a:solidFill>
              </a:rPr>
              <a:t>Say </a:t>
            </a:r>
            <a:r>
              <a:rPr lang="en-IN" sz="2400" b="1" dirty="0">
                <a:solidFill>
                  <a:srgbClr val="00B050"/>
                </a:solidFill>
              </a:rPr>
              <a:t>NO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</a:rPr>
              <a:t> to drunk and drive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2">
                    <a:lumMod val="10000"/>
                  </a:schemeClr>
                </a:solidFill>
              </a:rPr>
              <a:t>Say </a:t>
            </a:r>
            <a:r>
              <a:rPr lang="en-IN" sz="2400" b="1" dirty="0">
                <a:solidFill>
                  <a:srgbClr val="00B050"/>
                </a:solidFill>
              </a:rPr>
              <a:t>NO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</a:rPr>
              <a:t> to rash driving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2">
                    <a:lumMod val="10000"/>
                  </a:schemeClr>
                </a:solidFill>
              </a:rPr>
              <a:t>Say </a:t>
            </a:r>
            <a:r>
              <a:rPr lang="en-IN" sz="2400" b="1" dirty="0">
                <a:solidFill>
                  <a:srgbClr val="00B050"/>
                </a:solidFill>
              </a:rPr>
              <a:t>NO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</a:rPr>
              <a:t> to accidents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247C18-D8DF-6532-ED6C-0E1FB9C18D50}"/>
              </a:ext>
            </a:extLst>
          </p:cNvPr>
          <p:cNvSpPr txBox="1"/>
          <p:nvPr/>
        </p:nvSpPr>
        <p:spPr>
          <a:xfrm>
            <a:off x="1178784" y="4872498"/>
            <a:ext cx="26641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Drive </a:t>
            </a:r>
            <a:r>
              <a:rPr lang="en-IN" sz="2400" b="1" dirty="0">
                <a:solidFill>
                  <a:srgbClr val="00B050"/>
                </a:solidFill>
              </a:rPr>
              <a:t>SAFE</a:t>
            </a:r>
            <a:r>
              <a:rPr lang="en-IN" sz="24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00B050"/>
                </a:solidFill>
              </a:rPr>
              <a:t>SAVE</a:t>
            </a:r>
            <a:r>
              <a:rPr lang="en-IN" sz="2400" b="1" dirty="0"/>
              <a:t> your life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00B050"/>
                </a:solidFill>
              </a:rPr>
              <a:t>SAVE</a:t>
            </a:r>
            <a:r>
              <a:rPr lang="en-IN" sz="2400" dirty="0"/>
              <a:t> the world.</a:t>
            </a:r>
          </a:p>
        </p:txBody>
      </p:sp>
    </p:spTree>
    <p:extLst>
      <p:ext uri="{BB962C8B-B14F-4D97-AF65-F5344CB8AC3E}">
        <p14:creationId xmlns:p14="http://schemas.microsoft.com/office/powerpoint/2010/main" val="1379133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999D23-25AE-6D7D-3844-1F131D3229A1}"/>
              </a:ext>
            </a:extLst>
          </p:cNvPr>
          <p:cNvSpPr txBox="1"/>
          <p:nvPr/>
        </p:nvSpPr>
        <p:spPr>
          <a:xfrm>
            <a:off x="501445" y="37323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Arduino is interfaced with piezo electric sensor to detect accidents.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GSM is interfaced to Arduino to send notification messages to Authorized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Buzzer is interfaced with Arduino to alert accidents.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5FF3E-07C4-1995-300F-71CD0F09C907}"/>
              </a:ext>
            </a:extLst>
          </p:cNvPr>
          <p:cNvSpPr txBox="1"/>
          <p:nvPr/>
        </p:nvSpPr>
        <p:spPr>
          <a:xfrm>
            <a:off x="5594555" y="177585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ABSTRACT</a:t>
            </a:r>
          </a:p>
          <a:p>
            <a:pPr marL="400050" indent="-400050">
              <a:buAutoNum type="romanUcPeriod"/>
            </a:pPr>
            <a:endParaRPr lang="en-IN" dirty="0"/>
          </a:p>
          <a:p>
            <a:pPr algn="just"/>
            <a:r>
              <a:rPr lang="en-IN" dirty="0"/>
              <a:t>      </a:t>
            </a:r>
            <a:r>
              <a:rPr lang="en-IN" dirty="0">
                <a:solidFill>
                  <a:srgbClr val="C00000"/>
                </a:solidFill>
              </a:rPr>
              <a:t>The main objective is to reduce road accidents caused by drunken drivers, To avoid this problem, we want to develop an automatic </a:t>
            </a:r>
            <a:r>
              <a:rPr lang="en-IN" dirty="0" err="1">
                <a:solidFill>
                  <a:srgbClr val="C00000"/>
                </a:solidFill>
              </a:rPr>
              <a:t>en</a:t>
            </a:r>
            <a:r>
              <a:rPr lang="en-IN" dirty="0">
                <a:solidFill>
                  <a:srgbClr val="C00000"/>
                </a:solidFill>
              </a:rPr>
              <a:t> locking system. That is if a person(driver) tries to drive a vehicle al consumption of alcohol, The engine of the vehicle will </a:t>
            </a:r>
            <a:r>
              <a:rPr lang="en-IN" dirty="0" err="1">
                <a:solidFill>
                  <a:srgbClr val="C00000"/>
                </a:solidFill>
              </a:rPr>
              <a:t>automaticall</a:t>
            </a:r>
            <a:r>
              <a:rPr lang="en-IN" dirty="0">
                <a:solidFill>
                  <a:srgbClr val="C00000"/>
                </a:solidFill>
              </a:rPr>
              <a:t> locked precisely. By using GPS module we can track the position of the vehicle and it also sends a message by using GSM to the registered number.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0CA246-20FC-EEF7-D5B8-01065BE25F72}"/>
              </a:ext>
            </a:extLst>
          </p:cNvPr>
          <p:cNvSpPr txBox="1"/>
          <p:nvPr/>
        </p:nvSpPr>
        <p:spPr>
          <a:xfrm>
            <a:off x="668594" y="4361175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MOTIVATION</a:t>
            </a:r>
          </a:p>
          <a:p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      </a:t>
            </a:r>
            <a:r>
              <a:rPr lang="en-IN" dirty="0">
                <a:solidFill>
                  <a:srgbClr val="7030A0"/>
                </a:solidFill>
              </a:rPr>
              <a:t>About 1.24 million people die each year as a result of road traffic crashes.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7030A0"/>
                </a:solidFill>
              </a:rPr>
              <a:t>Without action, road traffic crashes are predicted to result in the deaths of around 1.9 million people annually by 2020.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7030A0"/>
                </a:solidFill>
              </a:rPr>
              <a:t> Decade of Action for Road Safety (2011-2020) with the aim of saving millions of lives by improving the safety of roads, vehicles and improving emergency services.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8DF0B9-6FC1-EBD4-ADE3-4AC820F69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91" y="2115848"/>
            <a:ext cx="4513006" cy="198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0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DAA6844-08D7-866A-4587-0C88044A46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3556" y="376284"/>
            <a:ext cx="5867953" cy="779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non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4267" dirty="0">
                <a:latin typeface="Algerian" panose="04020705040A02060702" pitchFamily="82" charset="0"/>
              </a:rPr>
              <a:t>Problem Statement</a:t>
            </a:r>
            <a:endParaRPr lang="en-US" altLang="en-US" sz="4267" cap="none" dirty="0">
              <a:latin typeface="Algerian" panose="04020705040A02060702" pitchFamily="82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730C2F-28C7-06FE-CB82-73D248713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3610" y="1536634"/>
            <a:ext cx="6919533" cy="4736348"/>
          </a:xfrm>
        </p:spPr>
        <p:txBody>
          <a:bodyPr/>
          <a:lstStyle/>
          <a:p>
            <a:pPr marL="514350" indent="-51435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</a:pPr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OF ACCIEDENTS</a:t>
            </a:r>
          </a:p>
          <a:p>
            <a:pPr marL="514350" indent="-51435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</a:pPr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METHODOLOGY</a:t>
            </a:r>
          </a:p>
          <a:p>
            <a:pPr marL="514350" indent="-51435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</a:pPr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RATE OF TRAFFIC</a:t>
            </a:r>
          </a:p>
          <a:p>
            <a:pPr marL="514350" indent="-51435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</a:pPr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WIDENING OF ROADS</a:t>
            </a:r>
          </a:p>
          <a:p>
            <a:pPr marL="514350" indent="-51435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</a:pPr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HELMET AND SEAT BELT</a:t>
            </a:r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121917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clear, concise description of the issue that needs to be addressed by a project. It identifies  system can enhance road safety by preventing drunk driving accidents, reducing the risk of injuries and fatalities, and promoting responsible behavior among drivers.</a:t>
            </a:r>
            <a:endParaRPr lang="en-IN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E72CE1-9812-D42F-AA42-AB77FB267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04" y="736669"/>
            <a:ext cx="3218221" cy="2456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4BECDB-A306-3BAB-A3EA-FF417CFFBC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1" y="3429000"/>
            <a:ext cx="3362794" cy="32294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F9EF5E-F353-D3AB-6ADD-DE7E819C7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16" y="334297"/>
            <a:ext cx="10455851" cy="558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2773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1">
            <a:extLst>
              <a:ext uri="{FF2B5EF4-FFF2-40B4-BE49-F238E27FC236}">
                <a16:creationId xmlns:a16="http://schemas.microsoft.com/office/drawing/2014/main" id="{D3394C41-CB37-93A0-D20C-1E7F2F9DF5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2844" y="108905"/>
            <a:ext cx="6433456" cy="779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4267" b="1" dirty="0">
                <a:solidFill>
                  <a:schemeClr val="tx1"/>
                </a:solidFill>
                <a:latin typeface="Arial" panose="020B0604020202020204" pitchFamily="34" charset="0"/>
              </a:rPr>
              <a:t>EMPATHY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D4C7B627-E2BA-9FA4-F7D1-6C521C653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DEB879-3AD2-A4F1-7C04-CEB968A9E316}"/>
              </a:ext>
            </a:extLst>
          </p:cNvPr>
          <p:cNvSpPr txBox="1"/>
          <p:nvPr/>
        </p:nvSpPr>
        <p:spPr>
          <a:xfrm>
            <a:off x="550608" y="889843"/>
            <a:ext cx="1130709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Empathetic Design Elements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Non-Invasive Detection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 contactless sensors (e.g., infrared sensors in the steering wheel or ambient air sensors) instead of requiring a breath test each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respects privacy and avoids making the user feel criminalized.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Gentle Feedback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If alcohol is detected, the system responds with calm, non-judgmental messages like: “It seems you may have consumed alcohol. For your safety, the engine will remain off. Would you like us to call a ride for you?”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Avoids shaming the user and focuses on care and safety.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Emergency Override with Safeguards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Allow override in genuine emergencies (e.g., medical situations), but require double confirmation or a remote call </a:t>
            </a:r>
            <a:r>
              <a:rPr lang="en-IN" dirty="0" err="1"/>
              <a:t>center</a:t>
            </a:r>
            <a:r>
              <a:rPr lang="en-IN" dirty="0"/>
              <a:t> to </a:t>
            </a:r>
            <a:r>
              <a:rPr lang="en-IN" dirty="0" err="1"/>
              <a:t>verify.Shows</a:t>
            </a:r>
            <a:r>
              <a:rPr lang="en-IN" dirty="0"/>
              <a:t> that the system values human judgment when needed.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1782FF-4F58-E85E-4B47-64E394DF47F4}"/>
              </a:ext>
            </a:extLst>
          </p:cNvPr>
          <p:cNvSpPr txBox="1"/>
          <p:nvPr/>
        </p:nvSpPr>
        <p:spPr>
          <a:xfrm>
            <a:off x="167149" y="121317"/>
            <a:ext cx="1113994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Supportive Features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Suggests alternative options 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Call a friend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Order a ride-share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Activate a “safe wait” timer that rechecks BAC after a period.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Respecting Special Circumstances </a:t>
            </a:r>
          </a:p>
          <a:p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For vehicles used by multiple drivers, ensure that detection doesn't falsely accuse a sober user due to residual alcohol in the cabin.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Empathy here means accuracy to avoid undue stress or inconvenience.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Learning from </a:t>
            </a:r>
            <a:r>
              <a:rPr lang="en-IN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Behavior</a:t>
            </a:r>
            <a:endParaRPr lang="en-IN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If the system notices repeated activations, it could gently </a:t>
            </a:r>
            <a:r>
              <a:rPr lang="en-IN" dirty="0" err="1"/>
              <a:t>offer:“We</a:t>
            </a:r>
            <a:r>
              <a:rPr lang="en-IN" dirty="0"/>
              <a:t> noticed this has happened a few times recently. Would you like help finding support resources?”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Empathizes with underlying problems like alcohol dependence.</a:t>
            </a:r>
          </a:p>
        </p:txBody>
      </p:sp>
    </p:spTree>
    <p:extLst>
      <p:ext uri="{BB962C8B-B14F-4D97-AF65-F5344CB8AC3E}">
        <p14:creationId xmlns:p14="http://schemas.microsoft.com/office/powerpoint/2010/main" val="36158361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C15B2-328F-BF21-85C6-919DEB49D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C5DF1-B1B8-238E-2AD1-1DCC00A2B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4999680" cy="3279208"/>
          </a:xfrm>
        </p:spPr>
        <p:txBody>
          <a:bodyPr/>
          <a:lstStyle/>
          <a:p>
            <a:pPr algn="just"/>
            <a:r>
              <a:rPr lang="en-US" dirty="0"/>
              <a:t>        An alcohol detection and engine locking system is a safety feature designed to prevent individuals from operating a vehicle under the influence of alcohol. It works by using an alcohol sensor to measure a driver's breath alcohol content (BAC) and, if the BAC exceeds a predetermined limit, it disables the vehicle's ignition, preventing the engine from starting.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C474C-1B6D-6AB9-956F-07914BBF2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34142"/>
            <a:ext cx="554578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83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E0AEE-5ED8-0EC1-EB86-15C243344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Alcohol detection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BAC measurement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Engine locking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Audible </a:t>
            </a:r>
            <a:r>
              <a:rPr lang="en-US" dirty="0" err="1"/>
              <a:t>alarme</a:t>
            </a:r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GPS tracking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GSM communication</a:t>
            </a:r>
          </a:p>
          <a:p>
            <a:pPr marL="203195" indent="0">
              <a:buNone/>
            </a:pPr>
            <a:endParaRPr lang="en-IN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C267C66-C0ED-C5CB-1A66-A363E5604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25" y="593725"/>
            <a:ext cx="11360150" cy="7635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IDEATE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AC527E-9D11-FEC3-4199-86CBAF990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620" y="1463040"/>
            <a:ext cx="5750522" cy="345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11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16CA76-C44D-D2FE-4AF7-D493EBC861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9607"/>
            <a:ext cx="12192000" cy="587839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48610B8-4679-2294-F59B-77C4901FDF87}"/>
              </a:ext>
            </a:extLst>
          </p:cNvPr>
          <p:cNvSpPr/>
          <p:nvPr/>
        </p:nvSpPr>
        <p:spPr>
          <a:xfrm>
            <a:off x="308867" y="56277"/>
            <a:ext cx="84043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PROTOTYPE EXPLINATION</a:t>
            </a:r>
          </a:p>
        </p:txBody>
      </p:sp>
    </p:spTree>
    <p:extLst>
      <p:ext uri="{BB962C8B-B14F-4D97-AF65-F5344CB8AC3E}">
        <p14:creationId xmlns:p14="http://schemas.microsoft.com/office/powerpoint/2010/main" val="289497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DE9C02-DB35-C6D2-D278-20B4EAF00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8194" y="-106680"/>
            <a:ext cx="12610194" cy="707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66830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100F51-83A3-1445-D278-F81918437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309" y="264160"/>
            <a:ext cx="12200709" cy="659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886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2131A8-291F-23D6-8385-678F56F48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720" y="0"/>
            <a:ext cx="12364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4635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ED166A-553C-FE7D-0CBF-FFF35F2AE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77472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780442-ECED-ECC4-8A84-4684B30E92DA}"/>
              </a:ext>
            </a:extLst>
          </p:cNvPr>
          <p:cNvSpPr/>
          <p:nvPr/>
        </p:nvSpPr>
        <p:spPr>
          <a:xfrm>
            <a:off x="2189285" y="1433175"/>
            <a:ext cx="74476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DRIVE SAFE &amp; LIVE SAFE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0D6E93-B593-FCB8-7B5D-4FDACCC2D1AD}"/>
              </a:ext>
            </a:extLst>
          </p:cNvPr>
          <p:cNvSpPr/>
          <p:nvPr/>
        </p:nvSpPr>
        <p:spPr>
          <a:xfrm>
            <a:off x="1681014" y="183495"/>
            <a:ext cx="34451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55E48-1D48-9E24-FF49-FFFF581E04C4}"/>
              </a:ext>
            </a:extLst>
          </p:cNvPr>
          <p:cNvSpPr txBox="1"/>
          <p:nvPr/>
        </p:nvSpPr>
        <p:spPr>
          <a:xfrm>
            <a:off x="2032000" y="2690336"/>
            <a:ext cx="879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              We conclude that, in our project we are working on a real time model that can automatically lock the engine when a drunken driver tries t drive a car. Nowadays car accidents are mostly seen. By fitting this alcohol sensor into the car, we can save guard the life of the driver a.... also the remaining passengers.</a:t>
            </a:r>
          </a:p>
        </p:txBody>
      </p:sp>
    </p:spTree>
    <p:extLst>
      <p:ext uri="{BB962C8B-B14F-4D97-AF65-F5344CB8AC3E}">
        <p14:creationId xmlns:p14="http://schemas.microsoft.com/office/powerpoint/2010/main" val="262721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537AAC-FF5B-91AC-45D0-74B2E90C7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07B534B-DF63-3276-80CD-A095951FDF6B}"/>
              </a:ext>
            </a:extLst>
          </p:cNvPr>
          <p:cNvSpPr/>
          <p:nvPr/>
        </p:nvSpPr>
        <p:spPr>
          <a:xfrm>
            <a:off x="507786" y="1483975"/>
            <a:ext cx="6276077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spc="50" dirty="0">
                <a:ln w="9525" cmpd="sng">
                  <a:solidFill>
                    <a:srgbClr val="002060"/>
                  </a:solidFill>
                  <a:prstDash val="solid"/>
                </a:ln>
                <a:solidFill>
                  <a:srgbClr val="FF000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5961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Gallery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4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5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6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7.xml><?xml version="1.0" encoding="utf-8"?>
<a:theme xmlns:a="http://schemas.openxmlformats.org/drawingml/2006/main" name="2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8.xml><?xml version="1.0" encoding="utf-8"?>
<a:theme xmlns:a="http://schemas.openxmlformats.org/drawingml/2006/main" name="Parallax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9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314</TotalTime>
  <Words>756</Words>
  <Application>Microsoft Office PowerPoint</Application>
  <PresentationFormat>Widescreen</PresentationFormat>
  <Paragraphs>98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19</vt:i4>
      </vt:variant>
    </vt:vector>
  </HeadingPairs>
  <TitlesOfParts>
    <vt:vector size="42" baseType="lpstr">
      <vt:lpstr>Algerian</vt:lpstr>
      <vt:lpstr>Arial</vt:lpstr>
      <vt:lpstr>Arial Narrow</vt:lpstr>
      <vt:lpstr>Calibri</vt:lpstr>
      <vt:lpstr>Century Gothic</vt:lpstr>
      <vt:lpstr>Corbel</vt:lpstr>
      <vt:lpstr>Gill Sans MT</vt:lpstr>
      <vt:lpstr>Roboto Serif</vt:lpstr>
      <vt:lpstr>Times New Roman</vt:lpstr>
      <vt:lpstr>Trebuchet MS</vt:lpstr>
      <vt:lpstr>Tw Cen MT</vt:lpstr>
      <vt:lpstr>Wingdings</vt:lpstr>
      <vt:lpstr>Wingdings 3</vt:lpstr>
      <vt:lpstr>Work Sans</vt:lpstr>
      <vt:lpstr>Ion</vt:lpstr>
      <vt:lpstr>Facet</vt:lpstr>
      <vt:lpstr>Gallery</vt:lpstr>
      <vt:lpstr>1_Facet</vt:lpstr>
      <vt:lpstr>Parcel</vt:lpstr>
      <vt:lpstr>1_Gallery</vt:lpstr>
      <vt:lpstr>2_Facet</vt:lpstr>
      <vt:lpstr>Parallax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Statement</vt:lpstr>
      <vt:lpstr>PowerPoint Presentation</vt:lpstr>
      <vt:lpstr>EMPATHY</vt:lpstr>
      <vt:lpstr>PowerPoint Presentation</vt:lpstr>
      <vt:lpstr>DEFINE</vt:lpstr>
      <vt:lpstr>IDEATE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dhanana venkatesh</dc:creator>
  <cp:lastModifiedBy>dhanana venkatesh</cp:lastModifiedBy>
  <cp:revision>1</cp:revision>
  <dcterms:created xsi:type="dcterms:W3CDTF">2025-06-16T06:23:01Z</dcterms:created>
  <dcterms:modified xsi:type="dcterms:W3CDTF">2025-06-18T13:04:03Z</dcterms:modified>
</cp:coreProperties>
</file>