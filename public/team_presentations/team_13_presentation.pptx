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22"/>
  </p:notesMasterIdLst>
  <p:sldIdLst>
    <p:sldId id="256" r:id="rId2"/>
    <p:sldId id="281" r:id="rId3"/>
    <p:sldId id="258" r:id="rId4"/>
    <p:sldId id="259" r:id="rId5"/>
    <p:sldId id="260" r:id="rId6"/>
    <p:sldId id="261" r:id="rId7"/>
    <p:sldId id="282" r:id="rId8"/>
    <p:sldId id="283" r:id="rId9"/>
    <p:sldId id="286" r:id="rId10"/>
    <p:sldId id="284" r:id="rId11"/>
    <p:sldId id="287" r:id="rId12"/>
    <p:sldId id="278" r:id="rId13"/>
    <p:sldId id="279" r:id="rId14"/>
    <p:sldId id="272" r:id="rId15"/>
    <p:sldId id="280" r:id="rId16"/>
    <p:sldId id="285" r:id="rId17"/>
    <p:sldId id="273" r:id="rId18"/>
    <p:sldId id="274" r:id="rId19"/>
    <p:sldId id="275" r:id="rId20"/>
    <p:sldId id="276" r:id="rId21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23"/>
    </p:embeddedFont>
    <p:embeddedFont>
      <p:font typeface="Arial Narrow" panose="020B0606020202030204" pitchFamily="34" charset="0"/>
      <p:regular r:id="rId24"/>
      <p:bold r:id="rId25"/>
      <p:italic r:id="rId26"/>
      <p:boldItalic r:id="rId27"/>
    </p:embeddedFont>
    <p:embeddedFont>
      <p:font typeface="Roboto Serif" panose="020B0604020202020204" charset="0"/>
      <p:regular r:id="rId28"/>
      <p:bold r:id="rId29"/>
      <p:italic r:id="rId30"/>
      <p:boldItalic r:id="rId31"/>
    </p:embeddedFont>
    <p:embeddedFont>
      <p:font typeface="Roboto Serif Medium" panose="020B0604020202020204" charset="0"/>
      <p:regular r:id="rId32"/>
      <p:bold r:id="rId33"/>
      <p:italic r:id="rId34"/>
      <p:boldItalic r:id="rId35"/>
    </p:embeddedFont>
    <p:embeddedFont>
      <p:font typeface="Work Sans" pitchFamily="2" charset="0"/>
      <p:regular r:id="rId36"/>
      <p:bold r:id="rId37"/>
      <p:italic r:id="rId38"/>
      <p:boldItalic r:id="rId39"/>
    </p:embeddedFont>
    <p:embeddedFont>
      <p:font typeface="Work Sans Medium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04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4dc4b095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4dc4b095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4dc4b0956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4dc4b0956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4dc4b0956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4dc4b0956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4dc4b0956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4dc4b0956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4dc4b0956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4dc4b0956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923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492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4fda2f06bf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4fda2f06bf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213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4fda2f06bf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4fda2f06bf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4fda2f06bf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4fda2f06bf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4fda2f06bf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4fda2f06bf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4dc4b0956d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4dc4b0956d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>
            <a:spLocks noGrp="1"/>
          </p:cNvSpPr>
          <p:nvPr>
            <p:ph type="pic" idx="2"/>
          </p:nvPr>
        </p:nvSpPr>
        <p:spPr>
          <a:xfrm>
            <a:off x="6655200" y="2571900"/>
            <a:ext cx="2488800" cy="25809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0" y="0"/>
            <a:ext cx="6655200" cy="32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655200" y="0"/>
            <a:ext cx="2488800" cy="257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3234000"/>
            <a:ext cx="6655200" cy="190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800">
              <a:solidFill>
                <a:schemeClr val="accent4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774850" y="0"/>
            <a:ext cx="2369100" cy="19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655200" cy="32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"/>
              <a:buNone/>
              <a:defRPr sz="6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3"/>
          </p:nvPr>
        </p:nvSpPr>
        <p:spPr>
          <a:xfrm>
            <a:off x="131700" y="3950550"/>
            <a:ext cx="29643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ivider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>
            <a:spLocks noGrp="1"/>
          </p:cNvSpPr>
          <p:nvPr>
            <p:ph type="pic" idx="2"/>
          </p:nvPr>
        </p:nvSpPr>
        <p:spPr>
          <a:xfrm>
            <a:off x="7008875" y="0"/>
            <a:ext cx="2135100" cy="22152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>
            <a:spLocks noGrp="1"/>
          </p:cNvSpPr>
          <p:nvPr>
            <p:ph type="pic" idx="3"/>
          </p:nvPr>
        </p:nvSpPr>
        <p:spPr>
          <a:xfrm>
            <a:off x="4791600" y="2215125"/>
            <a:ext cx="2215200" cy="292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"/>
          <p:cNvSpPr/>
          <p:nvPr/>
        </p:nvSpPr>
        <p:spPr>
          <a:xfrm>
            <a:off x="0" y="0"/>
            <a:ext cx="7662600" cy="221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0" y="2215125"/>
            <a:ext cx="4791600" cy="292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" name="Google Shape;34;p4"/>
          <p:cNvSpPr/>
          <p:nvPr/>
        </p:nvSpPr>
        <p:spPr>
          <a:xfrm>
            <a:off x="7008875" y="2215200"/>
            <a:ext cx="2135100" cy="292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145500" y="3929025"/>
            <a:ext cx="2215200" cy="12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145500" y="-100"/>
            <a:ext cx="4791600" cy="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Work Sans"/>
              <a:buNone/>
              <a:defRPr sz="15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747600" y="0"/>
            <a:ext cx="4512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259825" y="0"/>
            <a:ext cx="3888000" cy="257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" name="Google Shape;40;p5"/>
          <p:cNvSpPr/>
          <p:nvPr/>
        </p:nvSpPr>
        <p:spPr>
          <a:xfrm>
            <a:off x="5259900" y="2571750"/>
            <a:ext cx="19473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" name="Google Shape;41;p5"/>
          <p:cNvSpPr/>
          <p:nvPr/>
        </p:nvSpPr>
        <p:spPr>
          <a:xfrm>
            <a:off x="7210800" y="3857775"/>
            <a:ext cx="1947300" cy="128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" name="Google Shape;42;p5"/>
          <p:cNvSpPr/>
          <p:nvPr/>
        </p:nvSpPr>
        <p:spPr>
          <a:xfrm>
            <a:off x="7207200" y="2571750"/>
            <a:ext cx="1947300" cy="128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" name="Google Shape;43;p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1037175" y="1735275"/>
            <a:ext cx="3969300" cy="32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3"/>
          </p:nvPr>
        </p:nvSpPr>
        <p:spPr>
          <a:xfrm>
            <a:off x="5263800" y="50"/>
            <a:ext cx="3738600" cy="13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Work Sans Medium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 idx="4"/>
          </p:nvPr>
        </p:nvSpPr>
        <p:spPr>
          <a:xfrm>
            <a:off x="5259825" y="2571900"/>
            <a:ext cx="1947300" cy="13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 idx="5"/>
          </p:nvPr>
        </p:nvSpPr>
        <p:spPr>
          <a:xfrm>
            <a:off x="7207200" y="2572025"/>
            <a:ext cx="19473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6"/>
          </p:nvPr>
        </p:nvSpPr>
        <p:spPr>
          <a:xfrm>
            <a:off x="7210800" y="3857775"/>
            <a:ext cx="19473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7"/>
          </p:nvPr>
        </p:nvSpPr>
        <p:spPr>
          <a:xfrm>
            <a:off x="5259900" y="4398400"/>
            <a:ext cx="19473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8"/>
          </p:nvPr>
        </p:nvSpPr>
        <p:spPr>
          <a:xfrm>
            <a:off x="7207200" y="4550875"/>
            <a:ext cx="1947300" cy="5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9"/>
          </p:nvPr>
        </p:nvSpPr>
        <p:spPr>
          <a:xfrm>
            <a:off x="7207200" y="3439575"/>
            <a:ext cx="1947300" cy="4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3"/>
          </p:nvPr>
        </p:nvSpPr>
        <p:spPr>
          <a:xfrm>
            <a:off x="5263800" y="2095500"/>
            <a:ext cx="21099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4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lues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747600" y="0"/>
            <a:ext cx="83964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747500" y="145525"/>
            <a:ext cx="8396400" cy="14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"/>
              <a:buNone/>
              <a:defRPr sz="6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subTitle" idx="3"/>
          </p:nvPr>
        </p:nvSpPr>
        <p:spPr>
          <a:xfrm>
            <a:off x="747600" y="145525"/>
            <a:ext cx="61527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747600" y="1714500"/>
            <a:ext cx="83964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121212"/>
              </a:solidFill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747600" y="3429000"/>
            <a:ext cx="8396400" cy="171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6"/>
          <p:cNvSpPr txBox="1">
            <a:spLocks noGrp="1"/>
          </p:cNvSpPr>
          <p:nvPr>
            <p:ph type="title" idx="4"/>
          </p:nvPr>
        </p:nvSpPr>
        <p:spPr>
          <a:xfrm>
            <a:off x="747600" y="1870650"/>
            <a:ext cx="8396400" cy="14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5"/>
          </p:nvPr>
        </p:nvSpPr>
        <p:spPr>
          <a:xfrm>
            <a:off x="747600" y="1870650"/>
            <a:ext cx="51927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 idx="6"/>
          </p:nvPr>
        </p:nvSpPr>
        <p:spPr>
          <a:xfrm>
            <a:off x="747600" y="3595775"/>
            <a:ext cx="8396400" cy="14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7"/>
          </p:nvPr>
        </p:nvSpPr>
        <p:spPr>
          <a:xfrm>
            <a:off x="747600" y="3595775"/>
            <a:ext cx="61527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sion">
  <p:cSld name="ONE_COLUM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743850" y="0"/>
            <a:ext cx="6655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76" name="Google Shape;76;p7"/>
          <p:cNvSpPr>
            <a:spLocks noGrp="1"/>
          </p:cNvSpPr>
          <p:nvPr>
            <p:ph type="pic" idx="3"/>
          </p:nvPr>
        </p:nvSpPr>
        <p:spPr>
          <a:xfrm>
            <a:off x="7398900" y="0"/>
            <a:ext cx="1745100" cy="32340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743700" y="434225"/>
            <a:ext cx="6655200" cy="456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7398875" y="3234000"/>
            <a:ext cx="1745100" cy="190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9" name="Google Shape;79;p7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1024500" y="560675"/>
            <a:ext cx="5956200" cy="11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905225" y="1736400"/>
            <a:ext cx="8104800" cy="3283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" name="Google Shape;86;p8"/>
          <p:cNvCxnSpPr/>
          <p:nvPr/>
        </p:nvCxnSpPr>
        <p:spPr>
          <a:xfrm>
            <a:off x="895800" y="2559700"/>
            <a:ext cx="8248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8"/>
          <p:cNvCxnSpPr/>
          <p:nvPr/>
        </p:nvCxnSpPr>
        <p:spPr>
          <a:xfrm>
            <a:off x="905225" y="3378188"/>
            <a:ext cx="8238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8"/>
          <p:cNvCxnSpPr/>
          <p:nvPr/>
        </p:nvCxnSpPr>
        <p:spPr>
          <a:xfrm>
            <a:off x="905225" y="4199163"/>
            <a:ext cx="8238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8"/>
          <p:cNvSpPr txBox="1">
            <a:spLocks noGrp="1"/>
          </p:cNvSpPr>
          <p:nvPr>
            <p:ph type="body" idx="3"/>
          </p:nvPr>
        </p:nvSpPr>
        <p:spPr>
          <a:xfrm>
            <a:off x="1917650" y="1841500"/>
            <a:ext cx="69069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4"/>
          </p:nvPr>
        </p:nvSpPr>
        <p:spPr>
          <a:xfrm>
            <a:off x="1917650" y="2664150"/>
            <a:ext cx="69069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body" idx="5"/>
          </p:nvPr>
        </p:nvSpPr>
        <p:spPr>
          <a:xfrm>
            <a:off x="1917650" y="3483888"/>
            <a:ext cx="69069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body" idx="6"/>
          </p:nvPr>
        </p:nvSpPr>
        <p:spPr>
          <a:xfrm>
            <a:off x="1917650" y="4304838"/>
            <a:ext cx="69069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subTitle" idx="7"/>
          </p:nvPr>
        </p:nvSpPr>
        <p:spPr>
          <a:xfrm>
            <a:off x="1057550" y="187075"/>
            <a:ext cx="2893200" cy="3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747600" y="0"/>
            <a:ext cx="83964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3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ic Objectives">
  <p:cSld name="CAPTION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747600" y="25"/>
            <a:ext cx="451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1037175" y="504938"/>
            <a:ext cx="35937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5263450" y="50"/>
            <a:ext cx="3883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3"/>
          </p:nvPr>
        </p:nvSpPr>
        <p:spPr>
          <a:xfrm>
            <a:off x="5593450" y="145550"/>
            <a:ext cx="3223200" cy="48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10"/>
          <p:cNvSpPr txBox="1">
            <a:spLocks noGrp="1"/>
          </p:cNvSpPr>
          <p:nvPr>
            <p:ph type="subTitle" idx="4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0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ig number">
  <p:cSld name="BIG_NUMB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/>
        </p:nvSpPr>
        <p:spPr>
          <a:xfrm>
            <a:off x="747600" y="0"/>
            <a:ext cx="83964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14;p11"/>
          <p:cNvSpPr txBox="1">
            <a:spLocks noGrp="1"/>
          </p:cNvSpPr>
          <p:nvPr>
            <p:ph type="title"/>
          </p:nvPr>
        </p:nvSpPr>
        <p:spPr>
          <a:xfrm>
            <a:off x="747500" y="-10775"/>
            <a:ext cx="4358700" cy="14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747600" y="1714500"/>
            <a:ext cx="45978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121212"/>
              </a:solidFill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747600" y="3429000"/>
            <a:ext cx="45978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title" idx="2"/>
          </p:nvPr>
        </p:nvSpPr>
        <p:spPr>
          <a:xfrm>
            <a:off x="747600" y="1714500"/>
            <a:ext cx="4597800" cy="15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title" idx="3"/>
          </p:nvPr>
        </p:nvSpPr>
        <p:spPr>
          <a:xfrm>
            <a:off x="747600" y="3439475"/>
            <a:ext cx="4597800" cy="15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4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5345400" y="1714500"/>
            <a:ext cx="3798600" cy="342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11"/>
          <p:cNvSpPr txBox="1">
            <a:spLocks noGrp="1"/>
          </p:cNvSpPr>
          <p:nvPr>
            <p:ph type="title" idx="5"/>
          </p:nvPr>
        </p:nvSpPr>
        <p:spPr>
          <a:xfrm>
            <a:off x="5345425" y="1714500"/>
            <a:ext cx="3798600" cy="16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24" name="Google Shape;124;p11"/>
          <p:cNvSpPr txBox="1">
            <a:spLocks noGrp="1"/>
          </p:cNvSpPr>
          <p:nvPr>
            <p:ph type="subTitle" idx="6"/>
          </p:nvPr>
        </p:nvSpPr>
        <p:spPr>
          <a:xfrm>
            <a:off x="743700" y="890725"/>
            <a:ext cx="4597800" cy="8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1"/>
          <p:cNvSpPr txBox="1">
            <a:spLocks noGrp="1"/>
          </p:cNvSpPr>
          <p:nvPr>
            <p:ph type="subTitle" idx="7"/>
          </p:nvPr>
        </p:nvSpPr>
        <p:spPr>
          <a:xfrm>
            <a:off x="747600" y="2605775"/>
            <a:ext cx="4597800" cy="8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1"/>
          <p:cNvSpPr txBox="1">
            <a:spLocks noGrp="1"/>
          </p:cNvSpPr>
          <p:nvPr>
            <p:ph type="subTitle" idx="8"/>
          </p:nvPr>
        </p:nvSpPr>
        <p:spPr>
          <a:xfrm>
            <a:off x="743700" y="4320825"/>
            <a:ext cx="4597800" cy="8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ubTitle" idx="9"/>
          </p:nvPr>
        </p:nvSpPr>
        <p:spPr>
          <a:xfrm>
            <a:off x="5341500" y="4320825"/>
            <a:ext cx="3802500" cy="8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chart">
  <p:cSld name="TITLE_18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/>
          <p:nvPr/>
        </p:nvSpPr>
        <p:spPr>
          <a:xfrm>
            <a:off x="747600" y="25"/>
            <a:ext cx="8396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892827" y="739300"/>
            <a:ext cx="5105700" cy="66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2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2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135" name="Google Shape;135;p12"/>
          <p:cNvSpPr txBox="1">
            <a:spLocks noGrp="1"/>
          </p:cNvSpPr>
          <p:nvPr>
            <p:ph type="subTitle" idx="3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1057551" y="1400900"/>
            <a:ext cx="7940700" cy="35970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2121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7" name="Google Shape;137;p12"/>
          <p:cNvSpPr txBox="1">
            <a:spLocks noGrp="1"/>
          </p:cNvSpPr>
          <p:nvPr>
            <p:ph type="title"/>
          </p:nvPr>
        </p:nvSpPr>
        <p:spPr>
          <a:xfrm>
            <a:off x="1167250" y="1400900"/>
            <a:ext cx="16386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8" name="Google Shape;138;p12"/>
          <p:cNvCxnSpPr/>
          <p:nvPr/>
        </p:nvCxnSpPr>
        <p:spPr>
          <a:xfrm>
            <a:off x="1057550" y="2600100"/>
            <a:ext cx="7940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12"/>
          <p:cNvCxnSpPr/>
          <p:nvPr/>
        </p:nvCxnSpPr>
        <p:spPr>
          <a:xfrm>
            <a:off x="1057550" y="3799000"/>
            <a:ext cx="7940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" name="Google Shape;140;p12"/>
          <p:cNvSpPr txBox="1">
            <a:spLocks noGrp="1"/>
          </p:cNvSpPr>
          <p:nvPr>
            <p:ph type="title" idx="4"/>
          </p:nvPr>
        </p:nvSpPr>
        <p:spPr>
          <a:xfrm>
            <a:off x="1167250" y="2600100"/>
            <a:ext cx="16386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title" idx="5"/>
          </p:nvPr>
        </p:nvSpPr>
        <p:spPr>
          <a:xfrm>
            <a:off x="1167250" y="3799000"/>
            <a:ext cx="16386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6"/>
          </p:nvPr>
        </p:nvSpPr>
        <p:spPr>
          <a:xfrm>
            <a:off x="3892825" y="1401350"/>
            <a:ext cx="19530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43" name="Google Shape;143;p12"/>
          <p:cNvSpPr txBox="1">
            <a:spLocks noGrp="1"/>
          </p:cNvSpPr>
          <p:nvPr>
            <p:ph type="body" idx="7"/>
          </p:nvPr>
        </p:nvSpPr>
        <p:spPr>
          <a:xfrm>
            <a:off x="6655050" y="1401350"/>
            <a:ext cx="21975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body" idx="8"/>
          </p:nvPr>
        </p:nvSpPr>
        <p:spPr>
          <a:xfrm>
            <a:off x="3892825" y="2600000"/>
            <a:ext cx="19530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body" idx="9"/>
          </p:nvPr>
        </p:nvSpPr>
        <p:spPr>
          <a:xfrm>
            <a:off x="6655050" y="2600000"/>
            <a:ext cx="21975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3"/>
          </p:nvPr>
        </p:nvSpPr>
        <p:spPr>
          <a:xfrm>
            <a:off x="3892825" y="3799200"/>
            <a:ext cx="19530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body" idx="14"/>
          </p:nvPr>
        </p:nvSpPr>
        <p:spPr>
          <a:xfrm>
            <a:off x="6655050" y="3799200"/>
            <a:ext cx="2197500" cy="11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title" idx="15"/>
          </p:nvPr>
        </p:nvSpPr>
        <p:spPr>
          <a:xfrm>
            <a:off x="3892825" y="749650"/>
            <a:ext cx="19530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2"/>
          <p:cNvSpPr txBox="1">
            <a:spLocks noGrp="1"/>
          </p:cNvSpPr>
          <p:nvPr>
            <p:ph type="title" idx="16"/>
          </p:nvPr>
        </p:nvSpPr>
        <p:spPr>
          <a:xfrm>
            <a:off x="6655050" y="749650"/>
            <a:ext cx="18480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2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photo slide">
  <p:cSld name="TITLE_12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747725" y="0"/>
            <a:ext cx="6563100" cy="147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2121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747600" y="1477825"/>
            <a:ext cx="6563100" cy="36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8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7310825" y="25"/>
            <a:ext cx="1833300" cy="147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8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8" name="Google Shape;158;p13"/>
          <p:cNvSpPr>
            <a:spLocks noGrp="1"/>
          </p:cNvSpPr>
          <p:nvPr>
            <p:ph type="pic" idx="3"/>
          </p:nvPr>
        </p:nvSpPr>
        <p:spPr>
          <a:xfrm>
            <a:off x="7315700" y="1477825"/>
            <a:ext cx="1833300" cy="36657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905800" y="130725"/>
            <a:ext cx="6251700" cy="12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body" idx="4"/>
          </p:nvPr>
        </p:nvSpPr>
        <p:spPr>
          <a:xfrm>
            <a:off x="905800" y="1586250"/>
            <a:ext cx="6251700" cy="3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">
  <p:cSld name="TITLE_14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747600" y="0"/>
            <a:ext cx="4512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14"/>
          <p:cNvSpPr txBox="1">
            <a:spLocks noGrp="1"/>
          </p:cNvSpPr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68" name="Google Shape;168;p14"/>
          <p:cNvSpPr txBox="1">
            <a:spLocks noGrp="1"/>
          </p:cNvSpPr>
          <p:nvPr>
            <p:ph type="subTitle" idx="3"/>
          </p:nvPr>
        </p:nvSpPr>
        <p:spPr>
          <a:xfrm>
            <a:off x="957900" y="2912525"/>
            <a:ext cx="20451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4"/>
          <p:cNvSpPr/>
          <p:nvPr/>
        </p:nvSpPr>
        <p:spPr>
          <a:xfrm>
            <a:off x="5259900" y="50"/>
            <a:ext cx="3884100" cy="12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4"/>
          <p:cNvSpPr/>
          <p:nvPr/>
        </p:nvSpPr>
        <p:spPr>
          <a:xfrm>
            <a:off x="5259900" y="1285925"/>
            <a:ext cx="3884100" cy="12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5259900" y="2571800"/>
            <a:ext cx="3884100" cy="128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5263450" y="3857675"/>
            <a:ext cx="3884100" cy="128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173" name="Google Shape;173;p14"/>
          <p:cNvSpPr txBox="1">
            <a:spLocks noGrp="1"/>
          </p:cNvSpPr>
          <p:nvPr>
            <p:ph type="title" idx="4"/>
          </p:nvPr>
        </p:nvSpPr>
        <p:spPr>
          <a:xfrm>
            <a:off x="5259900" y="-100"/>
            <a:ext cx="3876300" cy="12861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title" idx="5"/>
          </p:nvPr>
        </p:nvSpPr>
        <p:spPr>
          <a:xfrm>
            <a:off x="5259850" y="1285775"/>
            <a:ext cx="38841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4"/>
          <p:cNvSpPr txBox="1">
            <a:spLocks noGrp="1"/>
          </p:cNvSpPr>
          <p:nvPr>
            <p:ph type="title" idx="6"/>
          </p:nvPr>
        </p:nvSpPr>
        <p:spPr>
          <a:xfrm>
            <a:off x="5259900" y="2571800"/>
            <a:ext cx="35391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14"/>
          <p:cNvSpPr txBox="1">
            <a:spLocks noGrp="1"/>
          </p:cNvSpPr>
          <p:nvPr>
            <p:ph type="title" idx="7"/>
          </p:nvPr>
        </p:nvSpPr>
        <p:spPr>
          <a:xfrm>
            <a:off x="5266966" y="3857975"/>
            <a:ext cx="3876300" cy="1286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14"/>
          <p:cNvSpPr txBox="1">
            <a:spLocks noGrp="1"/>
          </p:cNvSpPr>
          <p:nvPr>
            <p:ph type="body" idx="8"/>
          </p:nvPr>
        </p:nvSpPr>
        <p:spPr>
          <a:xfrm>
            <a:off x="5263450" y="683550"/>
            <a:ext cx="38841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178" name="Google Shape;178;p14"/>
          <p:cNvSpPr txBox="1">
            <a:spLocks noGrp="1"/>
          </p:cNvSpPr>
          <p:nvPr>
            <p:ph type="body" idx="9"/>
          </p:nvPr>
        </p:nvSpPr>
        <p:spPr>
          <a:xfrm>
            <a:off x="5263800" y="1969325"/>
            <a:ext cx="38841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179" name="Google Shape;179;p14"/>
          <p:cNvSpPr txBox="1">
            <a:spLocks noGrp="1"/>
          </p:cNvSpPr>
          <p:nvPr>
            <p:ph type="body" idx="13"/>
          </p:nvPr>
        </p:nvSpPr>
        <p:spPr>
          <a:xfrm>
            <a:off x="5256000" y="3229925"/>
            <a:ext cx="38841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180" name="Google Shape;180;p14"/>
          <p:cNvSpPr txBox="1">
            <a:spLocks noGrp="1"/>
          </p:cNvSpPr>
          <p:nvPr>
            <p:ph type="body" idx="14"/>
          </p:nvPr>
        </p:nvSpPr>
        <p:spPr>
          <a:xfrm>
            <a:off x="5263450" y="4541675"/>
            <a:ext cx="38841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">
  <p:cSld name="TITLE_19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5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5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1983450" y="19188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1983450" y="256313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1983450" y="320755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1983450" y="385188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1983450" y="44963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1" name="Google Shape;191;p15"/>
          <p:cNvCxnSpPr/>
          <p:nvPr/>
        </p:nvCxnSpPr>
        <p:spPr>
          <a:xfrm>
            <a:off x="743700" y="256320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15"/>
          <p:cNvCxnSpPr/>
          <p:nvPr/>
        </p:nvCxnSpPr>
        <p:spPr>
          <a:xfrm>
            <a:off x="743700" y="320755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15"/>
          <p:cNvCxnSpPr/>
          <p:nvPr/>
        </p:nvCxnSpPr>
        <p:spPr>
          <a:xfrm>
            <a:off x="743700" y="385195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15"/>
          <p:cNvCxnSpPr/>
          <p:nvPr/>
        </p:nvCxnSpPr>
        <p:spPr>
          <a:xfrm>
            <a:off x="743700" y="449050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15"/>
          <p:cNvSpPr txBox="1">
            <a:spLocks noGrp="1"/>
          </p:cNvSpPr>
          <p:nvPr>
            <p:ph type="subTitle" idx="3"/>
          </p:nvPr>
        </p:nvSpPr>
        <p:spPr>
          <a:xfrm>
            <a:off x="2290275" y="191875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196" name="Google Shape;196;p15"/>
          <p:cNvSpPr txBox="1">
            <a:spLocks noGrp="1"/>
          </p:cNvSpPr>
          <p:nvPr>
            <p:ph type="subTitle" idx="4"/>
          </p:nvPr>
        </p:nvSpPr>
        <p:spPr>
          <a:xfrm>
            <a:off x="2290275" y="256320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subTitle" idx="5"/>
          </p:nvPr>
        </p:nvSpPr>
        <p:spPr>
          <a:xfrm>
            <a:off x="2290275" y="320755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ubTitle" idx="6"/>
          </p:nvPr>
        </p:nvSpPr>
        <p:spPr>
          <a:xfrm>
            <a:off x="2290275" y="385195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subTitle" idx="7"/>
          </p:nvPr>
        </p:nvSpPr>
        <p:spPr>
          <a:xfrm>
            <a:off x="2290275" y="449050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8"/>
          </p:nvPr>
        </p:nvSpPr>
        <p:spPr>
          <a:xfrm>
            <a:off x="7975750" y="1924600"/>
            <a:ext cx="11904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subTitle" idx="9"/>
          </p:nvPr>
        </p:nvSpPr>
        <p:spPr>
          <a:xfrm>
            <a:off x="7978093" y="2563100"/>
            <a:ext cx="11904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subTitle" idx="13"/>
          </p:nvPr>
        </p:nvSpPr>
        <p:spPr>
          <a:xfrm>
            <a:off x="7975750" y="3204650"/>
            <a:ext cx="11904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subTitle" idx="14"/>
          </p:nvPr>
        </p:nvSpPr>
        <p:spPr>
          <a:xfrm>
            <a:off x="7975750" y="3851900"/>
            <a:ext cx="11904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5"/>
          </p:nvPr>
        </p:nvSpPr>
        <p:spPr>
          <a:xfrm>
            <a:off x="7975750" y="4499150"/>
            <a:ext cx="11904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subTitle" idx="16"/>
          </p:nvPr>
        </p:nvSpPr>
        <p:spPr>
          <a:xfrm>
            <a:off x="747600" y="191877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17"/>
          </p:nvPr>
        </p:nvSpPr>
        <p:spPr>
          <a:xfrm>
            <a:off x="747600" y="256322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subTitle" idx="18"/>
          </p:nvPr>
        </p:nvSpPr>
        <p:spPr>
          <a:xfrm>
            <a:off x="747600" y="320757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subTitle" idx="19"/>
          </p:nvPr>
        </p:nvSpPr>
        <p:spPr>
          <a:xfrm>
            <a:off x="747600" y="385197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209" name="Google Shape;209;p15"/>
          <p:cNvSpPr txBox="1">
            <a:spLocks noGrp="1"/>
          </p:cNvSpPr>
          <p:nvPr>
            <p:ph type="subTitle" idx="20"/>
          </p:nvPr>
        </p:nvSpPr>
        <p:spPr>
          <a:xfrm>
            <a:off x="747600" y="449052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cxnSp>
        <p:nvCxnSpPr>
          <p:cNvPr id="210" name="Google Shape;210;p15"/>
          <p:cNvCxnSpPr/>
          <p:nvPr/>
        </p:nvCxnSpPr>
        <p:spPr>
          <a:xfrm>
            <a:off x="743700" y="513490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Google Shape;211;p15"/>
          <p:cNvSpPr txBox="1">
            <a:spLocks noGrp="1"/>
          </p:cNvSpPr>
          <p:nvPr>
            <p:ph type="title"/>
          </p:nvPr>
        </p:nvSpPr>
        <p:spPr>
          <a:xfrm>
            <a:off x="938600" y="50"/>
            <a:ext cx="5001900" cy="19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12" name="Google Shape;212;p15"/>
          <p:cNvCxnSpPr/>
          <p:nvPr/>
        </p:nvCxnSpPr>
        <p:spPr>
          <a:xfrm>
            <a:off x="743700" y="1919475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" name="Google Shape;213;p15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Specific Priorities">
  <p:cSld name="CUSTOM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743700" y="3017138"/>
            <a:ext cx="4202700" cy="2126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4941425" y="3017138"/>
            <a:ext cx="4202700" cy="212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743700" y="890725"/>
            <a:ext cx="4202700" cy="212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4941425" y="890725"/>
            <a:ext cx="4202700" cy="212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xfrm>
            <a:off x="5061113" y="995275"/>
            <a:ext cx="38763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body" idx="3"/>
          </p:nvPr>
        </p:nvSpPr>
        <p:spPr>
          <a:xfrm>
            <a:off x="5057363" y="1653400"/>
            <a:ext cx="3970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24" name="Google Shape;224;p16"/>
          <p:cNvCxnSpPr/>
          <p:nvPr/>
        </p:nvCxnSpPr>
        <p:spPr>
          <a:xfrm>
            <a:off x="4946400" y="-10950"/>
            <a:ext cx="0" cy="515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16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title" idx="4"/>
          </p:nvPr>
        </p:nvSpPr>
        <p:spPr>
          <a:xfrm>
            <a:off x="860913" y="995275"/>
            <a:ext cx="38763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5"/>
          </p:nvPr>
        </p:nvSpPr>
        <p:spPr>
          <a:xfrm>
            <a:off x="857163" y="1653400"/>
            <a:ext cx="3970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title" idx="6"/>
          </p:nvPr>
        </p:nvSpPr>
        <p:spPr>
          <a:xfrm>
            <a:off x="860900" y="3151200"/>
            <a:ext cx="38763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body" idx="7"/>
          </p:nvPr>
        </p:nvSpPr>
        <p:spPr>
          <a:xfrm>
            <a:off x="857150" y="3809325"/>
            <a:ext cx="3970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16"/>
          <p:cNvSpPr txBox="1">
            <a:spLocks noGrp="1"/>
          </p:cNvSpPr>
          <p:nvPr>
            <p:ph type="title" idx="8"/>
          </p:nvPr>
        </p:nvSpPr>
        <p:spPr>
          <a:xfrm>
            <a:off x="5061113" y="3151200"/>
            <a:ext cx="38763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16"/>
          <p:cNvSpPr txBox="1">
            <a:spLocks noGrp="1"/>
          </p:cNvSpPr>
          <p:nvPr>
            <p:ph type="body" idx="9"/>
          </p:nvPr>
        </p:nvSpPr>
        <p:spPr>
          <a:xfrm>
            <a:off x="5057363" y="3809325"/>
            <a:ext cx="3970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16"/>
          <p:cNvSpPr txBox="1">
            <a:spLocks noGrp="1"/>
          </p:cNvSpPr>
          <p:nvPr>
            <p:ph type="subTitle" idx="13"/>
          </p:nvPr>
        </p:nvSpPr>
        <p:spPr>
          <a:xfrm>
            <a:off x="747600" y="50"/>
            <a:ext cx="4186200" cy="8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6"/>
          <p:cNvSpPr txBox="1">
            <a:spLocks noGrp="1"/>
          </p:cNvSpPr>
          <p:nvPr>
            <p:ph type="subTitle" idx="14"/>
          </p:nvPr>
        </p:nvSpPr>
        <p:spPr>
          <a:xfrm>
            <a:off x="4957925" y="1350"/>
            <a:ext cx="4186200" cy="8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p/Roadmap">
  <p:cSld name="CUSTOM_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747600" y="25"/>
            <a:ext cx="8396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21212"/>
              </a:solidFill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1441200" y="2646083"/>
            <a:ext cx="1888200" cy="1199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6562425" y="2646083"/>
            <a:ext cx="1888200" cy="119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1" name="Google Shape;241;p17"/>
          <p:cNvCxnSpPr/>
          <p:nvPr/>
        </p:nvCxnSpPr>
        <p:spPr>
          <a:xfrm>
            <a:off x="3329400" y="3245608"/>
            <a:ext cx="3233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17"/>
          <p:cNvCxnSpPr>
            <a:endCxn id="243" idx="0"/>
          </p:cNvCxnSpPr>
          <p:nvPr/>
        </p:nvCxnSpPr>
        <p:spPr>
          <a:xfrm>
            <a:off x="4945950" y="3246950"/>
            <a:ext cx="0" cy="78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17"/>
          <p:cNvSpPr/>
          <p:nvPr/>
        </p:nvSpPr>
        <p:spPr>
          <a:xfrm>
            <a:off x="3967650" y="2117100"/>
            <a:ext cx="1956600" cy="3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3967650" y="4035350"/>
            <a:ext cx="1956600" cy="3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</a:endParaRPr>
          </a:p>
        </p:txBody>
      </p:sp>
      <p:cxnSp>
        <p:nvCxnSpPr>
          <p:cNvPr id="245" name="Google Shape;245;p17"/>
          <p:cNvCxnSpPr>
            <a:stCxn id="244" idx="1"/>
          </p:cNvCxnSpPr>
          <p:nvPr/>
        </p:nvCxnSpPr>
        <p:spPr>
          <a:xfrm flipH="1">
            <a:off x="2390250" y="2286450"/>
            <a:ext cx="15774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17"/>
          <p:cNvCxnSpPr/>
          <p:nvPr/>
        </p:nvCxnSpPr>
        <p:spPr>
          <a:xfrm rot="10800000">
            <a:off x="5924300" y="2286450"/>
            <a:ext cx="157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17"/>
          <p:cNvCxnSpPr/>
          <p:nvPr/>
        </p:nvCxnSpPr>
        <p:spPr>
          <a:xfrm>
            <a:off x="2385375" y="2282525"/>
            <a:ext cx="0" cy="3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17"/>
          <p:cNvCxnSpPr/>
          <p:nvPr/>
        </p:nvCxnSpPr>
        <p:spPr>
          <a:xfrm>
            <a:off x="7506525" y="2282525"/>
            <a:ext cx="0" cy="3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17"/>
          <p:cNvSpPr/>
          <p:nvPr/>
        </p:nvSpPr>
        <p:spPr>
          <a:xfrm>
            <a:off x="4906777" y="3206438"/>
            <a:ext cx="78300" cy="78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747600" y="50"/>
            <a:ext cx="8396700" cy="1819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7"/>
          <p:cNvSpPr txBox="1">
            <a:spLocks noGrp="1"/>
          </p:cNvSpPr>
          <p:nvPr>
            <p:ph type="title"/>
          </p:nvPr>
        </p:nvSpPr>
        <p:spPr>
          <a:xfrm>
            <a:off x="1037175" y="504938"/>
            <a:ext cx="35937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52" name="Google Shape;252;p17"/>
          <p:cNvSpPr txBox="1">
            <a:spLocks noGrp="1"/>
          </p:cNvSpPr>
          <p:nvPr>
            <p:ph type="body" idx="3"/>
          </p:nvPr>
        </p:nvSpPr>
        <p:spPr>
          <a:xfrm>
            <a:off x="1441193" y="3845125"/>
            <a:ext cx="18882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53" name="Google Shape;253;p17"/>
          <p:cNvSpPr txBox="1">
            <a:spLocks noGrp="1"/>
          </p:cNvSpPr>
          <p:nvPr>
            <p:ph type="body" idx="4"/>
          </p:nvPr>
        </p:nvSpPr>
        <p:spPr>
          <a:xfrm>
            <a:off x="6562493" y="3845125"/>
            <a:ext cx="18882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54" name="Google Shape;254;p17"/>
          <p:cNvSpPr txBox="1">
            <a:spLocks noGrp="1"/>
          </p:cNvSpPr>
          <p:nvPr>
            <p:ph type="body" idx="5"/>
          </p:nvPr>
        </p:nvSpPr>
        <p:spPr>
          <a:xfrm>
            <a:off x="4001850" y="4374050"/>
            <a:ext cx="18882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55" name="Google Shape;255;p17"/>
          <p:cNvSpPr txBox="1">
            <a:spLocks noGrp="1"/>
          </p:cNvSpPr>
          <p:nvPr>
            <p:ph type="title" idx="6"/>
          </p:nvPr>
        </p:nvSpPr>
        <p:spPr>
          <a:xfrm>
            <a:off x="1441225" y="2783925"/>
            <a:ext cx="1888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17"/>
          <p:cNvSpPr txBox="1">
            <a:spLocks noGrp="1"/>
          </p:cNvSpPr>
          <p:nvPr>
            <p:ph type="title" idx="7"/>
          </p:nvPr>
        </p:nvSpPr>
        <p:spPr>
          <a:xfrm>
            <a:off x="6562425" y="2783925"/>
            <a:ext cx="1888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17"/>
          <p:cNvSpPr txBox="1">
            <a:spLocks noGrp="1"/>
          </p:cNvSpPr>
          <p:nvPr>
            <p:ph type="subTitle" idx="8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7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17"/>
          <p:cNvSpPr txBox="1">
            <a:spLocks noGrp="1"/>
          </p:cNvSpPr>
          <p:nvPr>
            <p:ph type="subTitle" idx="9"/>
          </p:nvPr>
        </p:nvSpPr>
        <p:spPr>
          <a:xfrm>
            <a:off x="3979750" y="2131325"/>
            <a:ext cx="1956600" cy="3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3"/>
          </p:nvPr>
        </p:nvSpPr>
        <p:spPr>
          <a:xfrm>
            <a:off x="3967650" y="4042400"/>
            <a:ext cx="1956600" cy="3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wners — 3 Images">
  <p:cSld name="CUSTOM_2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8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18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747600" y="25"/>
            <a:ext cx="83964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21212"/>
              </a:solidFill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5217300" y="2091600"/>
            <a:ext cx="3926400" cy="48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7" name="Google Shape;267;p18"/>
          <p:cNvSpPr/>
          <p:nvPr/>
        </p:nvSpPr>
        <p:spPr>
          <a:xfrm>
            <a:off x="5217300" y="4663450"/>
            <a:ext cx="1982100" cy="48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7199400" y="4663450"/>
            <a:ext cx="1955700" cy="48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9" name="Google Shape;269;p18"/>
          <p:cNvSpPr txBox="1">
            <a:spLocks noGrp="1"/>
          </p:cNvSpPr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70" name="Google Shape;270;p18"/>
          <p:cNvSpPr>
            <a:spLocks noGrp="1"/>
          </p:cNvSpPr>
          <p:nvPr>
            <p:ph type="pic" idx="3"/>
          </p:nvPr>
        </p:nvSpPr>
        <p:spPr>
          <a:xfrm>
            <a:off x="5217700" y="50"/>
            <a:ext cx="39264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18"/>
          <p:cNvSpPr>
            <a:spLocks noGrp="1"/>
          </p:cNvSpPr>
          <p:nvPr>
            <p:ph type="pic" idx="4"/>
          </p:nvPr>
        </p:nvSpPr>
        <p:spPr>
          <a:xfrm>
            <a:off x="7199400" y="2571950"/>
            <a:ext cx="19557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18"/>
          <p:cNvSpPr>
            <a:spLocks noGrp="1"/>
          </p:cNvSpPr>
          <p:nvPr>
            <p:ph type="pic" idx="5"/>
          </p:nvPr>
        </p:nvSpPr>
        <p:spPr>
          <a:xfrm>
            <a:off x="5217300" y="2571950"/>
            <a:ext cx="19821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18"/>
          <p:cNvSpPr txBox="1">
            <a:spLocks noGrp="1"/>
          </p:cNvSpPr>
          <p:nvPr>
            <p:ph type="subTitle" idx="6"/>
          </p:nvPr>
        </p:nvSpPr>
        <p:spPr>
          <a:xfrm>
            <a:off x="5345450" y="2173100"/>
            <a:ext cx="2045100" cy="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8"/>
          <p:cNvSpPr txBox="1">
            <a:spLocks noGrp="1"/>
          </p:cNvSpPr>
          <p:nvPr>
            <p:ph type="subTitle" idx="7"/>
          </p:nvPr>
        </p:nvSpPr>
        <p:spPr>
          <a:xfrm>
            <a:off x="5345450" y="4745000"/>
            <a:ext cx="1641300" cy="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18"/>
          <p:cNvSpPr txBox="1">
            <a:spLocks noGrp="1"/>
          </p:cNvSpPr>
          <p:nvPr>
            <p:ph type="subTitle" idx="8"/>
          </p:nvPr>
        </p:nvSpPr>
        <p:spPr>
          <a:xfrm>
            <a:off x="7263150" y="4745000"/>
            <a:ext cx="1854000" cy="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8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wners — 2 Images">
  <p:cSld name="CUSTOM_2_1_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9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5270900" y="4663450"/>
            <a:ext cx="3884100" cy="48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2" name="Google Shape;282;p19"/>
          <p:cNvSpPr txBox="1">
            <a:spLocks noGrp="1"/>
          </p:cNvSpPr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83" name="Google Shape;283;p19"/>
          <p:cNvSpPr txBox="1">
            <a:spLocks noGrp="1"/>
          </p:cNvSpPr>
          <p:nvPr>
            <p:ph type="subTitle" idx="3"/>
          </p:nvPr>
        </p:nvSpPr>
        <p:spPr>
          <a:xfrm>
            <a:off x="957900" y="2912525"/>
            <a:ext cx="20451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9"/>
          <p:cNvSpPr>
            <a:spLocks noGrp="1"/>
          </p:cNvSpPr>
          <p:nvPr>
            <p:ph type="pic" idx="4"/>
          </p:nvPr>
        </p:nvSpPr>
        <p:spPr>
          <a:xfrm>
            <a:off x="5270875" y="50"/>
            <a:ext cx="3873000" cy="21123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19"/>
          <p:cNvSpPr>
            <a:spLocks noGrp="1"/>
          </p:cNvSpPr>
          <p:nvPr>
            <p:ph type="pic" idx="5"/>
          </p:nvPr>
        </p:nvSpPr>
        <p:spPr>
          <a:xfrm>
            <a:off x="5270900" y="2571950"/>
            <a:ext cx="38841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19"/>
          <p:cNvSpPr txBox="1">
            <a:spLocks noGrp="1"/>
          </p:cNvSpPr>
          <p:nvPr>
            <p:ph type="subTitle" idx="6"/>
          </p:nvPr>
        </p:nvSpPr>
        <p:spPr>
          <a:xfrm>
            <a:off x="5345450" y="4745000"/>
            <a:ext cx="3653100" cy="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5270900" y="2091625"/>
            <a:ext cx="3873000" cy="48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8" name="Google Shape;288;p19"/>
          <p:cNvSpPr txBox="1">
            <a:spLocks noGrp="1"/>
          </p:cNvSpPr>
          <p:nvPr>
            <p:ph type="subTitle" idx="7"/>
          </p:nvPr>
        </p:nvSpPr>
        <p:spPr>
          <a:xfrm>
            <a:off x="5345450" y="2173100"/>
            <a:ext cx="3653100" cy="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9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Timeline">
  <p:cSld name="CUSTOM_2_1_1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 txBox="1">
            <a:spLocks noGrp="1"/>
          </p:cNvSpPr>
          <p:nvPr>
            <p:ph type="title"/>
          </p:nvPr>
        </p:nvSpPr>
        <p:spPr>
          <a:xfrm>
            <a:off x="880700" y="327200"/>
            <a:ext cx="17994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title" idx="2"/>
          </p:nvPr>
        </p:nvSpPr>
        <p:spPr>
          <a:xfrm>
            <a:off x="2813200" y="327200"/>
            <a:ext cx="17994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93" name="Google Shape;293;p20"/>
          <p:cNvSpPr txBox="1">
            <a:spLocks noGrp="1"/>
          </p:cNvSpPr>
          <p:nvPr>
            <p:ph type="title" idx="3"/>
          </p:nvPr>
        </p:nvSpPr>
        <p:spPr>
          <a:xfrm>
            <a:off x="4745700" y="327200"/>
            <a:ext cx="17994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94" name="Google Shape;294;p20"/>
          <p:cNvSpPr txBox="1">
            <a:spLocks noGrp="1"/>
          </p:cNvSpPr>
          <p:nvPr>
            <p:ph type="title" idx="4"/>
          </p:nvPr>
        </p:nvSpPr>
        <p:spPr>
          <a:xfrm>
            <a:off x="6678200" y="327200"/>
            <a:ext cx="17994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95" name="Google Shape;295;p20"/>
          <p:cNvSpPr txBox="1">
            <a:spLocks noGrp="1"/>
          </p:cNvSpPr>
          <p:nvPr>
            <p:ph type="subTitle" idx="1"/>
          </p:nvPr>
        </p:nvSpPr>
        <p:spPr>
          <a:xfrm>
            <a:off x="957900" y="145525"/>
            <a:ext cx="25347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0"/>
          <p:cNvSpPr txBox="1">
            <a:spLocks noGrp="1"/>
          </p:cNvSpPr>
          <p:nvPr>
            <p:ph type="subTitle" idx="5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subTitle" idx="6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1003250" y="1399650"/>
            <a:ext cx="1634400" cy="33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2921858" y="1399650"/>
            <a:ext cx="1634400" cy="33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01" name="Google Shape;301;p20"/>
          <p:cNvSpPr/>
          <p:nvPr/>
        </p:nvSpPr>
        <p:spPr>
          <a:xfrm>
            <a:off x="4840467" y="1399650"/>
            <a:ext cx="1634400" cy="33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02" name="Google Shape;302;p20"/>
          <p:cNvSpPr/>
          <p:nvPr/>
        </p:nvSpPr>
        <p:spPr>
          <a:xfrm>
            <a:off x="6759075" y="1399650"/>
            <a:ext cx="1634400" cy="33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ubTitle" idx="7"/>
          </p:nvPr>
        </p:nvSpPr>
        <p:spPr>
          <a:xfrm>
            <a:off x="1000275" y="1410300"/>
            <a:ext cx="1634400" cy="31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04" name="Google Shape;304;p20"/>
          <p:cNvSpPr txBox="1">
            <a:spLocks noGrp="1"/>
          </p:cNvSpPr>
          <p:nvPr>
            <p:ph type="subTitle" idx="8"/>
          </p:nvPr>
        </p:nvSpPr>
        <p:spPr>
          <a:xfrm>
            <a:off x="2921875" y="1410300"/>
            <a:ext cx="1634400" cy="31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05" name="Google Shape;305;p20"/>
          <p:cNvSpPr txBox="1">
            <a:spLocks noGrp="1"/>
          </p:cNvSpPr>
          <p:nvPr>
            <p:ph type="subTitle" idx="9"/>
          </p:nvPr>
        </p:nvSpPr>
        <p:spPr>
          <a:xfrm>
            <a:off x="4840475" y="1410300"/>
            <a:ext cx="16344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20"/>
          <p:cNvSpPr txBox="1">
            <a:spLocks noGrp="1"/>
          </p:cNvSpPr>
          <p:nvPr>
            <p:ph type="subTitle" idx="13"/>
          </p:nvPr>
        </p:nvSpPr>
        <p:spPr>
          <a:xfrm>
            <a:off x="6759075" y="1410300"/>
            <a:ext cx="16344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07" name="Google Shape;307;p20"/>
          <p:cNvSpPr txBox="1">
            <a:spLocks noGrp="1"/>
          </p:cNvSpPr>
          <p:nvPr>
            <p:ph type="body" idx="14"/>
          </p:nvPr>
        </p:nvSpPr>
        <p:spPr>
          <a:xfrm>
            <a:off x="942043" y="1811100"/>
            <a:ext cx="16767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308" name="Google Shape;308;p20"/>
          <p:cNvSpPr txBox="1">
            <a:spLocks noGrp="1"/>
          </p:cNvSpPr>
          <p:nvPr>
            <p:ph type="body" idx="15"/>
          </p:nvPr>
        </p:nvSpPr>
        <p:spPr>
          <a:xfrm>
            <a:off x="2874543" y="1811100"/>
            <a:ext cx="16767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309" name="Google Shape;309;p20"/>
          <p:cNvSpPr txBox="1">
            <a:spLocks noGrp="1"/>
          </p:cNvSpPr>
          <p:nvPr>
            <p:ph type="body" idx="16"/>
          </p:nvPr>
        </p:nvSpPr>
        <p:spPr>
          <a:xfrm>
            <a:off x="4819318" y="1811100"/>
            <a:ext cx="16767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310" name="Google Shape;310;p20"/>
          <p:cNvSpPr txBox="1">
            <a:spLocks noGrp="1"/>
          </p:cNvSpPr>
          <p:nvPr>
            <p:ph type="body" idx="17"/>
          </p:nvPr>
        </p:nvSpPr>
        <p:spPr>
          <a:xfrm>
            <a:off x="6764093" y="1811100"/>
            <a:ext cx="16767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>
            <a:endParaRPr/>
          </a:p>
        </p:txBody>
      </p:sp>
      <p:sp>
        <p:nvSpPr>
          <p:cNvPr id="311" name="Google Shape;311;p20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dget">
  <p:cSld name="CUSTOM_5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 txBox="1">
            <a:spLocks noGrp="1"/>
          </p:cNvSpPr>
          <p:nvPr>
            <p:ph type="title"/>
          </p:nvPr>
        </p:nvSpPr>
        <p:spPr>
          <a:xfrm>
            <a:off x="938600" y="462925"/>
            <a:ext cx="46608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1"/>
          <p:cNvSpPr txBox="1">
            <a:spLocks noGrp="1"/>
          </p:cNvSpPr>
          <p:nvPr>
            <p:ph type="body" idx="1"/>
          </p:nvPr>
        </p:nvSpPr>
        <p:spPr>
          <a:xfrm>
            <a:off x="938604" y="1328775"/>
            <a:ext cx="29022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1"/>
          <p:cNvSpPr txBox="1">
            <a:spLocks noGrp="1"/>
          </p:cNvSpPr>
          <p:nvPr>
            <p:ph type="subTitle" idx="2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1"/>
          <p:cNvSpPr txBox="1">
            <a:spLocks noGrp="1"/>
          </p:cNvSpPr>
          <p:nvPr>
            <p:ph type="subTitle" idx="3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cxnSp>
        <p:nvCxnSpPr>
          <p:cNvPr id="318" name="Google Shape;318;p21"/>
          <p:cNvCxnSpPr/>
          <p:nvPr/>
        </p:nvCxnSpPr>
        <p:spPr>
          <a:xfrm>
            <a:off x="4021350" y="2826475"/>
            <a:ext cx="512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21"/>
          <p:cNvCxnSpPr/>
          <p:nvPr/>
        </p:nvCxnSpPr>
        <p:spPr>
          <a:xfrm>
            <a:off x="4021350" y="3483325"/>
            <a:ext cx="512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4021350" y="4143650"/>
            <a:ext cx="512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21"/>
          <p:cNvSpPr txBox="1">
            <a:spLocks noGrp="1"/>
          </p:cNvSpPr>
          <p:nvPr>
            <p:ph type="subTitle" idx="4"/>
          </p:nvPr>
        </p:nvSpPr>
        <p:spPr>
          <a:xfrm>
            <a:off x="4038600" y="2273300"/>
            <a:ext cx="3768300" cy="4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21"/>
          <p:cNvSpPr txBox="1">
            <a:spLocks noGrp="1"/>
          </p:cNvSpPr>
          <p:nvPr>
            <p:ph type="subTitle" idx="5"/>
          </p:nvPr>
        </p:nvSpPr>
        <p:spPr>
          <a:xfrm>
            <a:off x="4038600" y="2942800"/>
            <a:ext cx="3768300" cy="4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21"/>
          <p:cNvSpPr txBox="1">
            <a:spLocks noGrp="1"/>
          </p:cNvSpPr>
          <p:nvPr>
            <p:ph type="subTitle" idx="6"/>
          </p:nvPr>
        </p:nvSpPr>
        <p:spPr>
          <a:xfrm>
            <a:off x="4038600" y="3601388"/>
            <a:ext cx="3768300" cy="4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1"/>
          <p:cNvSpPr txBox="1">
            <a:spLocks noGrp="1"/>
          </p:cNvSpPr>
          <p:nvPr>
            <p:ph type="subTitle" idx="7"/>
          </p:nvPr>
        </p:nvSpPr>
        <p:spPr>
          <a:xfrm>
            <a:off x="4038600" y="4261688"/>
            <a:ext cx="3768300" cy="4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21"/>
          <p:cNvSpPr txBox="1">
            <a:spLocks noGrp="1"/>
          </p:cNvSpPr>
          <p:nvPr>
            <p:ph type="subTitle" idx="8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21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e Chart">
  <p:cSld name="CUSTOM_6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3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3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336" name="Google Shape;336;p23"/>
          <p:cNvSpPr txBox="1">
            <a:spLocks noGrp="1"/>
          </p:cNvSpPr>
          <p:nvPr>
            <p:ph type="title"/>
          </p:nvPr>
        </p:nvSpPr>
        <p:spPr>
          <a:xfrm>
            <a:off x="1037175" y="145525"/>
            <a:ext cx="3852900" cy="15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225650" y="0"/>
            <a:ext cx="3918600" cy="197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3"/>
          <p:cNvSpPr txBox="1">
            <a:spLocks noGrp="1"/>
          </p:cNvSpPr>
          <p:nvPr>
            <p:ph type="title" idx="3"/>
          </p:nvPr>
        </p:nvSpPr>
        <p:spPr>
          <a:xfrm>
            <a:off x="5225650" y="50"/>
            <a:ext cx="3918600" cy="17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225650" y="1971000"/>
            <a:ext cx="3918600" cy="317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21212"/>
              </a:solidFill>
            </a:endParaRPr>
          </a:p>
        </p:txBody>
      </p:sp>
      <p:sp>
        <p:nvSpPr>
          <p:cNvPr id="340" name="Google Shape;340;p23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agenda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4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4"/>
          <p:cNvSpPr txBox="1">
            <a:spLocks noGrp="1"/>
          </p:cNvSpPr>
          <p:nvPr>
            <p:ph type="subTitle" idx="2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1983450" y="19188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1983450" y="256313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4"/>
          <p:cNvSpPr/>
          <p:nvPr/>
        </p:nvSpPr>
        <p:spPr>
          <a:xfrm>
            <a:off x="1983450" y="320755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1983450" y="385188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1983450" y="44963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0" name="Google Shape;350;p24"/>
          <p:cNvCxnSpPr/>
          <p:nvPr/>
        </p:nvCxnSpPr>
        <p:spPr>
          <a:xfrm>
            <a:off x="743700" y="256320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1" name="Google Shape;351;p24"/>
          <p:cNvCxnSpPr/>
          <p:nvPr/>
        </p:nvCxnSpPr>
        <p:spPr>
          <a:xfrm>
            <a:off x="743700" y="320755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2" name="Google Shape;352;p24"/>
          <p:cNvCxnSpPr/>
          <p:nvPr/>
        </p:nvCxnSpPr>
        <p:spPr>
          <a:xfrm>
            <a:off x="743700" y="385195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24"/>
          <p:cNvCxnSpPr/>
          <p:nvPr/>
        </p:nvCxnSpPr>
        <p:spPr>
          <a:xfrm>
            <a:off x="743700" y="449050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4" name="Google Shape;354;p24"/>
          <p:cNvSpPr txBox="1">
            <a:spLocks noGrp="1"/>
          </p:cNvSpPr>
          <p:nvPr>
            <p:ph type="subTitle" idx="3"/>
          </p:nvPr>
        </p:nvSpPr>
        <p:spPr>
          <a:xfrm>
            <a:off x="2290275" y="191875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55" name="Google Shape;355;p24"/>
          <p:cNvSpPr txBox="1">
            <a:spLocks noGrp="1"/>
          </p:cNvSpPr>
          <p:nvPr>
            <p:ph type="subTitle" idx="4"/>
          </p:nvPr>
        </p:nvSpPr>
        <p:spPr>
          <a:xfrm>
            <a:off x="2290275" y="256320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56" name="Google Shape;356;p24"/>
          <p:cNvSpPr txBox="1">
            <a:spLocks noGrp="1"/>
          </p:cNvSpPr>
          <p:nvPr>
            <p:ph type="subTitle" idx="5"/>
          </p:nvPr>
        </p:nvSpPr>
        <p:spPr>
          <a:xfrm>
            <a:off x="2290275" y="320755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57" name="Google Shape;357;p24"/>
          <p:cNvSpPr txBox="1">
            <a:spLocks noGrp="1"/>
          </p:cNvSpPr>
          <p:nvPr>
            <p:ph type="subTitle" idx="6"/>
          </p:nvPr>
        </p:nvSpPr>
        <p:spPr>
          <a:xfrm>
            <a:off x="2290275" y="385195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58" name="Google Shape;358;p24"/>
          <p:cNvSpPr txBox="1">
            <a:spLocks noGrp="1"/>
          </p:cNvSpPr>
          <p:nvPr>
            <p:ph type="subTitle" idx="7"/>
          </p:nvPr>
        </p:nvSpPr>
        <p:spPr>
          <a:xfrm>
            <a:off x="2290275" y="4490500"/>
            <a:ext cx="33498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59" name="Google Shape;359;p24"/>
          <p:cNvSpPr txBox="1">
            <a:spLocks noGrp="1"/>
          </p:cNvSpPr>
          <p:nvPr>
            <p:ph type="subTitle" idx="8"/>
          </p:nvPr>
        </p:nvSpPr>
        <p:spPr>
          <a:xfrm>
            <a:off x="747600" y="191877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60" name="Google Shape;360;p24"/>
          <p:cNvSpPr txBox="1">
            <a:spLocks noGrp="1"/>
          </p:cNvSpPr>
          <p:nvPr>
            <p:ph type="subTitle" idx="9"/>
          </p:nvPr>
        </p:nvSpPr>
        <p:spPr>
          <a:xfrm>
            <a:off x="747600" y="256322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61" name="Google Shape;361;p24"/>
          <p:cNvSpPr txBox="1">
            <a:spLocks noGrp="1"/>
          </p:cNvSpPr>
          <p:nvPr>
            <p:ph type="subTitle" idx="13"/>
          </p:nvPr>
        </p:nvSpPr>
        <p:spPr>
          <a:xfrm>
            <a:off x="747600" y="320757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62" name="Google Shape;362;p24"/>
          <p:cNvSpPr txBox="1">
            <a:spLocks noGrp="1"/>
          </p:cNvSpPr>
          <p:nvPr>
            <p:ph type="subTitle" idx="14"/>
          </p:nvPr>
        </p:nvSpPr>
        <p:spPr>
          <a:xfrm>
            <a:off x="747600" y="385197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sp>
        <p:nvSpPr>
          <p:cNvPr id="363" name="Google Shape;363;p24"/>
          <p:cNvSpPr txBox="1">
            <a:spLocks noGrp="1"/>
          </p:cNvSpPr>
          <p:nvPr>
            <p:ph type="subTitle" idx="15"/>
          </p:nvPr>
        </p:nvSpPr>
        <p:spPr>
          <a:xfrm>
            <a:off x="747600" y="4490525"/>
            <a:ext cx="12360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>
            <a:endParaRPr/>
          </a:p>
        </p:txBody>
      </p:sp>
      <p:cxnSp>
        <p:nvCxnSpPr>
          <p:cNvPr id="364" name="Google Shape;364;p24"/>
          <p:cNvCxnSpPr/>
          <p:nvPr/>
        </p:nvCxnSpPr>
        <p:spPr>
          <a:xfrm>
            <a:off x="743700" y="5134900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24"/>
          <p:cNvCxnSpPr/>
          <p:nvPr/>
        </p:nvCxnSpPr>
        <p:spPr>
          <a:xfrm>
            <a:off x="743700" y="1919475"/>
            <a:ext cx="840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6" name="Google Shape;366;p24"/>
          <p:cNvSpPr txBox="1">
            <a:spLocks noGrp="1"/>
          </p:cNvSpPr>
          <p:nvPr>
            <p:ph type="title"/>
          </p:nvPr>
        </p:nvSpPr>
        <p:spPr>
          <a:xfrm>
            <a:off x="938600" y="50"/>
            <a:ext cx="5001900" cy="19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7" name="Google Shape;367;p24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STEL">
  <p:cSld name="CUSTOM_8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"/>
          <p:cNvSpPr/>
          <p:nvPr/>
        </p:nvSpPr>
        <p:spPr>
          <a:xfrm>
            <a:off x="747600" y="0"/>
            <a:ext cx="8403000" cy="19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5"/>
          <p:cNvSpPr txBox="1">
            <a:spLocks noGrp="1"/>
          </p:cNvSpPr>
          <p:nvPr>
            <p:ph type="title"/>
          </p:nvPr>
        </p:nvSpPr>
        <p:spPr>
          <a:xfrm>
            <a:off x="743700" y="-20525"/>
            <a:ext cx="14010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1" name="Google Shape;371;p25"/>
          <p:cNvSpPr txBox="1">
            <a:spLocks noGrp="1"/>
          </p:cNvSpPr>
          <p:nvPr>
            <p:ph type="title" idx="2"/>
          </p:nvPr>
        </p:nvSpPr>
        <p:spPr>
          <a:xfrm>
            <a:off x="2145050" y="0"/>
            <a:ext cx="14010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2" name="Google Shape;372;p25"/>
          <p:cNvSpPr txBox="1">
            <a:spLocks noGrp="1"/>
          </p:cNvSpPr>
          <p:nvPr>
            <p:ph type="title" idx="3"/>
          </p:nvPr>
        </p:nvSpPr>
        <p:spPr>
          <a:xfrm>
            <a:off x="3546225" y="-20525"/>
            <a:ext cx="14010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3" name="Google Shape;373;p25"/>
          <p:cNvSpPr txBox="1">
            <a:spLocks noGrp="1"/>
          </p:cNvSpPr>
          <p:nvPr>
            <p:ph type="title" idx="4"/>
          </p:nvPr>
        </p:nvSpPr>
        <p:spPr>
          <a:xfrm>
            <a:off x="4947400" y="0"/>
            <a:ext cx="14010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4" name="Google Shape;374;p25"/>
          <p:cNvSpPr txBox="1">
            <a:spLocks noGrp="1"/>
          </p:cNvSpPr>
          <p:nvPr>
            <p:ph type="title" idx="5"/>
          </p:nvPr>
        </p:nvSpPr>
        <p:spPr>
          <a:xfrm>
            <a:off x="6348400" y="0"/>
            <a:ext cx="14010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5" name="Google Shape;375;p25"/>
          <p:cNvSpPr txBox="1">
            <a:spLocks noGrp="1"/>
          </p:cNvSpPr>
          <p:nvPr>
            <p:ph type="title" idx="6"/>
          </p:nvPr>
        </p:nvSpPr>
        <p:spPr>
          <a:xfrm>
            <a:off x="7749750" y="0"/>
            <a:ext cx="14010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7" name="Google Shape;377;p25"/>
          <p:cNvCxnSpPr/>
          <p:nvPr/>
        </p:nvCxnSpPr>
        <p:spPr>
          <a:xfrm>
            <a:off x="2154825" y="2108000"/>
            <a:ext cx="0" cy="304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25"/>
          <p:cNvCxnSpPr/>
          <p:nvPr/>
        </p:nvCxnSpPr>
        <p:spPr>
          <a:xfrm>
            <a:off x="3546050" y="2108000"/>
            <a:ext cx="0" cy="304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5"/>
          <p:cNvCxnSpPr/>
          <p:nvPr/>
        </p:nvCxnSpPr>
        <p:spPr>
          <a:xfrm>
            <a:off x="4947400" y="2108000"/>
            <a:ext cx="0" cy="304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0" name="Google Shape;380;p25"/>
          <p:cNvCxnSpPr/>
          <p:nvPr/>
        </p:nvCxnSpPr>
        <p:spPr>
          <a:xfrm>
            <a:off x="6348750" y="2108000"/>
            <a:ext cx="0" cy="304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381;p25"/>
          <p:cNvCxnSpPr/>
          <p:nvPr/>
        </p:nvCxnSpPr>
        <p:spPr>
          <a:xfrm>
            <a:off x="7749750" y="2108000"/>
            <a:ext cx="0" cy="304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2" name="Google Shape;382;p25"/>
          <p:cNvSpPr txBox="1">
            <a:spLocks noGrp="1"/>
          </p:cNvSpPr>
          <p:nvPr>
            <p:ph type="subTitle" idx="1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25"/>
          <p:cNvSpPr txBox="1">
            <a:spLocks noGrp="1"/>
          </p:cNvSpPr>
          <p:nvPr>
            <p:ph type="subTitle" idx="7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>
            <a:endParaRPr/>
          </a:p>
        </p:txBody>
      </p:sp>
      <p:sp>
        <p:nvSpPr>
          <p:cNvPr id="384" name="Google Shape;384;p25"/>
          <p:cNvSpPr txBox="1">
            <a:spLocks noGrp="1"/>
          </p:cNvSpPr>
          <p:nvPr>
            <p:ph type="subTitle" idx="8"/>
          </p:nvPr>
        </p:nvSpPr>
        <p:spPr>
          <a:xfrm>
            <a:off x="743825" y="2108000"/>
            <a:ext cx="14010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85" name="Google Shape;385;p25"/>
          <p:cNvSpPr txBox="1">
            <a:spLocks noGrp="1"/>
          </p:cNvSpPr>
          <p:nvPr>
            <p:ph type="subTitle" idx="9"/>
          </p:nvPr>
        </p:nvSpPr>
        <p:spPr>
          <a:xfrm>
            <a:off x="2145150" y="2108000"/>
            <a:ext cx="14010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86" name="Google Shape;386;p25"/>
          <p:cNvSpPr txBox="1">
            <a:spLocks noGrp="1"/>
          </p:cNvSpPr>
          <p:nvPr>
            <p:ph type="subTitle" idx="13"/>
          </p:nvPr>
        </p:nvSpPr>
        <p:spPr>
          <a:xfrm>
            <a:off x="3546375" y="2108000"/>
            <a:ext cx="14010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87" name="Google Shape;387;p25"/>
          <p:cNvSpPr txBox="1">
            <a:spLocks noGrp="1"/>
          </p:cNvSpPr>
          <p:nvPr>
            <p:ph type="subTitle" idx="14"/>
          </p:nvPr>
        </p:nvSpPr>
        <p:spPr>
          <a:xfrm>
            <a:off x="4947400" y="2108000"/>
            <a:ext cx="14010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88" name="Google Shape;388;p25"/>
          <p:cNvSpPr txBox="1">
            <a:spLocks noGrp="1"/>
          </p:cNvSpPr>
          <p:nvPr>
            <p:ph type="subTitle" idx="15"/>
          </p:nvPr>
        </p:nvSpPr>
        <p:spPr>
          <a:xfrm>
            <a:off x="6348500" y="2108000"/>
            <a:ext cx="14010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89" name="Google Shape;389;p25"/>
          <p:cNvSpPr txBox="1">
            <a:spLocks noGrp="1"/>
          </p:cNvSpPr>
          <p:nvPr>
            <p:ph type="subTitle" idx="16"/>
          </p:nvPr>
        </p:nvSpPr>
        <p:spPr>
          <a:xfrm>
            <a:off x="7749825" y="2108000"/>
            <a:ext cx="14010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90" name="Google Shape;390;p25"/>
          <p:cNvSpPr txBox="1">
            <a:spLocks noGrp="1"/>
          </p:cNvSpPr>
          <p:nvPr>
            <p:ph type="body" idx="17"/>
          </p:nvPr>
        </p:nvSpPr>
        <p:spPr>
          <a:xfrm>
            <a:off x="744150" y="2748200"/>
            <a:ext cx="1401000" cy="22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391" name="Google Shape;391;p25"/>
          <p:cNvSpPr txBox="1">
            <a:spLocks noGrp="1"/>
          </p:cNvSpPr>
          <p:nvPr>
            <p:ph type="body" idx="18"/>
          </p:nvPr>
        </p:nvSpPr>
        <p:spPr>
          <a:xfrm>
            <a:off x="2147000" y="2748200"/>
            <a:ext cx="1401000" cy="22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392" name="Google Shape;392;p25"/>
          <p:cNvSpPr txBox="1">
            <a:spLocks noGrp="1"/>
          </p:cNvSpPr>
          <p:nvPr>
            <p:ph type="body" idx="19"/>
          </p:nvPr>
        </p:nvSpPr>
        <p:spPr>
          <a:xfrm>
            <a:off x="3551275" y="2748200"/>
            <a:ext cx="1401000" cy="22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393" name="Google Shape;393;p25"/>
          <p:cNvSpPr txBox="1">
            <a:spLocks noGrp="1"/>
          </p:cNvSpPr>
          <p:nvPr>
            <p:ph type="body" idx="20"/>
          </p:nvPr>
        </p:nvSpPr>
        <p:spPr>
          <a:xfrm>
            <a:off x="4948375" y="2748200"/>
            <a:ext cx="1401000" cy="22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body" idx="21"/>
          </p:nvPr>
        </p:nvSpPr>
        <p:spPr>
          <a:xfrm>
            <a:off x="6350350" y="2748200"/>
            <a:ext cx="1401000" cy="22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body" idx="22"/>
          </p:nvPr>
        </p:nvSpPr>
        <p:spPr>
          <a:xfrm>
            <a:off x="7752325" y="2748200"/>
            <a:ext cx="1401000" cy="22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ldNum" idx="12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9" name="Google Shape;399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0" name="Google Shape;40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7" name="Google Shape;40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2" name="Google Shape;42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4" name="Google Shape;434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3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2" name="Google Shape;442;p3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3" name="Google Shape;443;p3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4" name="Google Shape;444;p3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5" name="Google Shape;445;p3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6" name="Google Shape;446;p3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0" name="Google Shape;450;p3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4" name="Google Shape;454;p3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55" name="Google Shape;455;p3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6" name="Google Shape;456;p3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7" name="Google Shape;457;p3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8" name="Google Shape;458;p3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1" name="Google Shape;461;p4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2" name="Google Shape;462;p4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3" name="Google Shape;463;p40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4" name="Google Shape;464;p4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5" name="Google Shape;465;p40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6" name="Google Shape;466;p40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7" name="Google Shape;467;p40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4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1" name="Google Shape;471;p4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2" name="Google Shape;472;p4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4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4" name="Google Shape;474;p4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5" name="Google Shape;475;p4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6" name="Google Shape;476;p4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7" name="Google Shape;477;p4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8" name="Google Shape;478;p4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2" name="Google Shape;482;p4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5" name="Google Shape;485;p4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4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4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8" name="Google Shape;48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4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1" name="Google Shape;491;p4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4" name="Google Shape;494;p4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4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4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7" name="Google Shape;497;p4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4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9" name="Google Shape;499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4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02" name="Google Shape;502;p4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03" name="Google Shape;503;p4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4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4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4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4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4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4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4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4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4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4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46400" y="679825"/>
            <a:ext cx="52548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644400" y="2174225"/>
            <a:ext cx="5953200" cy="21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8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  <p:sldLayoutId id="2147483690" r:id="rId38"/>
    <p:sldLayoutId id="2147483691" r:id="rId39"/>
    <p:sldLayoutId id="2147483692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2">
          <p15:clr>
            <a:srgbClr val="E46962"/>
          </p15:clr>
        </p15:guide>
        <p15:guide id="2" orient="horz" pos="3148">
          <p15:clr>
            <a:srgbClr val="E46962"/>
          </p15:clr>
        </p15:guide>
        <p15:guide id="3" pos="92">
          <p15:clr>
            <a:srgbClr val="E46962"/>
          </p15:clr>
        </p15:guide>
        <p15:guide id="4" pos="217">
          <p15:clr>
            <a:srgbClr val="E46962"/>
          </p15:clr>
        </p15:guide>
        <p15:guide id="5" pos="591">
          <p15:clr>
            <a:srgbClr val="E46962"/>
          </p15:clr>
        </p15:guide>
        <p15:guide id="6" pos="666">
          <p15:clr>
            <a:srgbClr val="E46962"/>
          </p15:clr>
        </p15:guide>
        <p15:guide id="7" pos="1041">
          <p15:clr>
            <a:srgbClr val="E46962"/>
          </p15:clr>
        </p15:guide>
        <p15:guide id="8" pos="1117">
          <p15:clr>
            <a:srgbClr val="E46962"/>
          </p15:clr>
        </p15:guide>
        <p15:guide id="9" pos="1491">
          <p15:clr>
            <a:srgbClr val="E46962"/>
          </p15:clr>
        </p15:guide>
        <p15:guide id="10" pos="1567">
          <p15:clr>
            <a:srgbClr val="E46962"/>
          </p15:clr>
        </p15:guide>
        <p15:guide id="11" pos="1942">
          <p15:clr>
            <a:srgbClr val="E46962"/>
          </p15:clr>
        </p15:guide>
        <p15:guide id="12" pos="2017">
          <p15:clr>
            <a:srgbClr val="E46962"/>
          </p15:clr>
        </p15:guide>
        <p15:guide id="13" pos="2392">
          <p15:clr>
            <a:srgbClr val="E46962"/>
          </p15:clr>
        </p15:guide>
        <p15:guide id="14" pos="2467">
          <p15:clr>
            <a:srgbClr val="E46962"/>
          </p15:clr>
        </p15:guide>
        <p15:guide id="15" pos="2842">
          <p15:clr>
            <a:srgbClr val="E46962"/>
          </p15:clr>
        </p15:guide>
        <p15:guide id="16" pos="2917">
          <p15:clr>
            <a:srgbClr val="E46962"/>
          </p15:clr>
        </p15:guide>
        <p15:guide id="17" pos="3292">
          <p15:clr>
            <a:srgbClr val="E46962"/>
          </p15:clr>
        </p15:guide>
        <p15:guide id="18" pos="3367">
          <p15:clr>
            <a:srgbClr val="E46962"/>
          </p15:clr>
        </p15:guide>
        <p15:guide id="19" pos="3742">
          <p15:clr>
            <a:srgbClr val="E46962"/>
          </p15:clr>
        </p15:guide>
        <p15:guide id="20" pos="3817">
          <p15:clr>
            <a:srgbClr val="E46962"/>
          </p15:clr>
        </p15:guide>
        <p15:guide id="21" pos="4192">
          <p15:clr>
            <a:srgbClr val="E46962"/>
          </p15:clr>
        </p15:guide>
        <p15:guide id="22" pos="4268">
          <p15:clr>
            <a:srgbClr val="E46962"/>
          </p15:clr>
        </p15:guide>
        <p15:guide id="23" pos="4642">
          <p15:clr>
            <a:srgbClr val="E46962"/>
          </p15:clr>
        </p15:guide>
        <p15:guide id="24" pos="4718">
          <p15:clr>
            <a:srgbClr val="E46962"/>
          </p15:clr>
        </p15:guide>
        <p15:guide id="25" pos="5168">
          <p15:clr>
            <a:srgbClr val="E46962"/>
          </p15:clr>
        </p15:guide>
        <p15:guide id="26" pos="5093">
          <p15:clr>
            <a:srgbClr val="E46962"/>
          </p15:clr>
        </p15:guide>
        <p15:guide id="27" pos="5543">
          <p15:clr>
            <a:srgbClr val="E46962"/>
          </p15:clr>
        </p15:guide>
        <p15:guide id="28" pos="566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7"/>
          <p:cNvSpPr txBox="1">
            <a:spLocks noGrp="1"/>
          </p:cNvSpPr>
          <p:nvPr>
            <p:ph type="body" idx="4294967295"/>
          </p:nvPr>
        </p:nvSpPr>
        <p:spPr>
          <a:xfrm>
            <a:off x="4572000" y="2847703"/>
            <a:ext cx="4571999" cy="2429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2"/>
                </a:solidFill>
              </a:rPr>
              <a:t>Presented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2"/>
                </a:solidFill>
              </a:rPr>
              <a:t> 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2"/>
                </a:solidFill>
              </a:rPr>
              <a:t>CH. Sohitha Sai		23KD1A0219</a:t>
            </a:r>
            <a:endParaRPr sz="1400" dirty="0"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2"/>
                </a:solidFill>
              </a:rPr>
              <a:t>L .Venkata Lakshmi	 	23KD1A0260</a:t>
            </a:r>
            <a:endParaRPr sz="1400" dirty="0"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2"/>
                </a:solidFill>
              </a:rPr>
              <a:t>B .Ramu 			23KD1A0212</a:t>
            </a:r>
            <a:endParaRPr sz="1400" dirty="0"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2"/>
                </a:solidFill>
              </a:rPr>
              <a:t>I .Sai Vamsi  		23KD1A0245</a:t>
            </a:r>
            <a:endParaRPr sz="1400" dirty="0"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6" name="Google Shape;526;p47"/>
          <p:cNvSpPr txBox="1"/>
          <p:nvPr/>
        </p:nvSpPr>
        <p:spPr>
          <a:xfrm>
            <a:off x="278674" y="107642"/>
            <a:ext cx="851698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blipFill>
                  <a:blip r:embed="rId4">
                    <a:alphaModFix amt="65000"/>
                  </a:blip>
                  <a:stretch>
                    <a:fillRect/>
                  </a:stretch>
                </a:blipFill>
                <a:latin typeface="Roboto Serif"/>
                <a:ea typeface="Roboto Serif"/>
                <a:cs typeface="Roboto Serif"/>
                <a:sym typeface="Roboto Serif"/>
              </a:rPr>
              <a:t>DESIGN THINKING AND INNOVATION</a:t>
            </a:r>
            <a:endParaRPr sz="3200" dirty="0">
              <a:blipFill>
                <a:blip r:embed="rId4">
                  <a:alphaModFix amt="65000"/>
                </a:blip>
                <a:stretch>
                  <a:fillRect/>
                </a:stretch>
              </a:blip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2FC1-0405-8012-383C-B9E4401F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3358"/>
            <a:ext cx="8520600" cy="572700"/>
          </a:xfrm>
        </p:spPr>
        <p:txBody>
          <a:bodyPr/>
          <a:lstStyle/>
          <a:p>
            <a:r>
              <a:rPr lang="en" sz="3600" b="1" i="1" u="sng" dirty="0">
                <a:solidFill>
                  <a:schemeClr val="tx1"/>
                </a:solidFill>
                <a:effectLst>
                  <a:innerShdw blurRad="114300">
                    <a:prstClr val="black"/>
                  </a:innerShdw>
                </a:effectLst>
                <a:latin typeface="Roboto Serif Medium"/>
                <a:ea typeface="Roboto Serif Medium"/>
                <a:cs typeface="Roboto Serif Medium"/>
                <a:sym typeface="Roboto Serif Medium"/>
              </a:rPr>
              <a:t>WET AND DRY WASTE SEGREGATION </a:t>
            </a:r>
            <a:endParaRPr lang="en-IN" sz="3600" u="sn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70296-6369-7967-5373-D3C7E88DA5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1523" y="1794277"/>
            <a:ext cx="3999900" cy="3416400"/>
          </a:xfrm>
        </p:spPr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Arial Narrow" panose="020B0606020202030204" pitchFamily="34" charset="0"/>
              </a:rPr>
              <a:t>UNDER THE GUIDENCE OF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latin typeface="Arial Narrow" panose="020B0606020202030204" pitchFamily="34" charset="0"/>
              </a:rPr>
              <a:t>Mr.B.RAM</a:t>
            </a:r>
            <a:r>
              <a:rPr lang="en-US" sz="2000" b="1" dirty="0">
                <a:latin typeface="Arial Narrow" panose="020B0606020202030204" pitchFamily="34" charset="0"/>
              </a:rPr>
              <a:t> VARA PRASAD,</a:t>
            </a:r>
            <a:r>
              <a:rPr lang="en-US" sz="2000" dirty="0">
                <a:latin typeface="Arial Narrow" panose="020B0606020202030204" pitchFamily="34" charset="0"/>
              </a:rPr>
              <a:t>(</a:t>
            </a:r>
            <a:r>
              <a:rPr lang="en-US" sz="2000" dirty="0" err="1">
                <a:latin typeface="Arial Narrow" panose="020B0606020202030204" pitchFamily="34" charset="0"/>
              </a:rPr>
              <a:t>Ph.D</a:t>
            </a:r>
            <a:r>
              <a:rPr lang="en-US" sz="2000" dirty="0">
                <a:latin typeface="Arial Narrow" panose="020B0606020202030204" pitchFamily="34" charset="0"/>
              </a:rPr>
              <a:t>)</a:t>
            </a:r>
            <a:endParaRPr lang="en-US" sz="2000" b="1" dirty="0">
              <a:latin typeface="Arial Narrow" panose="020B0606020202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Arial Narrow" panose="020B0606020202030204" pitchFamily="34" charset="0"/>
              </a:rPr>
              <a:t>Assistant professor,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Arial Narrow" panose="020B0606020202030204" pitchFamily="34" charset="0"/>
              </a:rPr>
              <a:t>Department of EEE, LIET(A).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C0ECEA-9C2D-C21D-9282-1DA9C9A38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35" y="1671812"/>
            <a:ext cx="3394851" cy="317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7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9"/>
          <p:cNvSpPr txBox="1">
            <a:spLocks noGrp="1"/>
          </p:cNvSpPr>
          <p:nvPr>
            <p:ph type="subTitle" idx="1"/>
          </p:nvPr>
        </p:nvSpPr>
        <p:spPr>
          <a:xfrm>
            <a:off x="4311073" y="250573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dirty="0"/>
              <a:t>INTRODUCTION TO DESIGN THINKING</a:t>
            </a:r>
            <a:endParaRPr dirty="0"/>
          </a:p>
        </p:txBody>
      </p:sp>
      <p:sp>
        <p:nvSpPr>
          <p:cNvPr id="540" name="Google Shape;540;p49"/>
          <p:cNvSpPr txBox="1">
            <a:spLocks noGrp="1"/>
          </p:cNvSpPr>
          <p:nvPr>
            <p:ph type="subTitle" idx="2"/>
          </p:nvPr>
        </p:nvSpPr>
        <p:spPr>
          <a:xfrm>
            <a:off x="4311073" y="1064623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l" rtl="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541" name="Google Shape;541;p49"/>
          <p:cNvSpPr txBox="1">
            <a:spLocks noGrp="1"/>
          </p:cNvSpPr>
          <p:nvPr>
            <p:ph type="subTitle" idx="3"/>
          </p:nvPr>
        </p:nvSpPr>
        <p:spPr>
          <a:xfrm>
            <a:off x="4311073" y="273117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dirty="0"/>
              <a:t>IDEATE</a:t>
            </a:r>
            <a:endParaRPr dirty="0"/>
          </a:p>
        </p:txBody>
      </p:sp>
      <p:sp>
        <p:nvSpPr>
          <p:cNvPr id="542" name="Google Shape;542;p49"/>
          <p:cNvSpPr txBox="1">
            <a:spLocks noGrp="1"/>
          </p:cNvSpPr>
          <p:nvPr>
            <p:ph type="subTitle" idx="4"/>
          </p:nvPr>
        </p:nvSpPr>
        <p:spPr>
          <a:xfrm>
            <a:off x="4311073" y="15688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dirty="0"/>
              <a:t>EMPATHY </a:t>
            </a:r>
            <a:endParaRPr dirty="0"/>
          </a:p>
        </p:txBody>
      </p:sp>
      <p:sp>
        <p:nvSpPr>
          <p:cNvPr id="543" name="Google Shape;543;p49"/>
          <p:cNvSpPr txBox="1">
            <a:spLocks noGrp="1"/>
          </p:cNvSpPr>
          <p:nvPr>
            <p:ph type="subTitle" idx="5"/>
          </p:nvPr>
        </p:nvSpPr>
        <p:spPr>
          <a:xfrm>
            <a:off x="4283350" y="3273875"/>
            <a:ext cx="4409700" cy="636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dirty="0"/>
              <a:t>PROTOTYPE EXPLANATION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4" name="Google Shape;544;p49"/>
          <p:cNvSpPr txBox="1">
            <a:spLocks noGrp="1"/>
          </p:cNvSpPr>
          <p:nvPr>
            <p:ph type="subTitle" idx="6"/>
          </p:nvPr>
        </p:nvSpPr>
        <p:spPr>
          <a:xfrm>
            <a:off x="4311073" y="218847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dirty="0"/>
              <a:t>DEFINE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4DBD3-514D-714C-77DB-9B543D339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8844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939CBA-AF9C-8356-E5B3-72AB625F5675}"/>
              </a:ext>
            </a:extLst>
          </p:cNvPr>
          <p:cNvSpPr txBox="1"/>
          <p:nvPr/>
        </p:nvSpPr>
        <p:spPr>
          <a:xfrm>
            <a:off x="898071" y="2111570"/>
            <a:ext cx="2155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CONTENTS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11583-BA49-8219-2B63-CA4C09634DA9}"/>
              </a:ext>
            </a:extLst>
          </p:cNvPr>
          <p:cNvSpPr txBox="1"/>
          <p:nvPr/>
        </p:nvSpPr>
        <p:spPr>
          <a:xfrm>
            <a:off x="4417967" y="3878822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Work Sans" pitchFamily="2" charset="0"/>
              </a:rPr>
              <a:t>CONCLUSION</a:t>
            </a:r>
            <a:endParaRPr lang="en-IN" sz="2000" dirty="0">
              <a:latin typeface="Work Sans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0"/>
          <p:cNvSpPr txBox="1">
            <a:spLocks noGrp="1"/>
          </p:cNvSpPr>
          <p:nvPr>
            <p:ph type="title"/>
          </p:nvPr>
        </p:nvSpPr>
        <p:spPr>
          <a:xfrm>
            <a:off x="0" y="-277586"/>
            <a:ext cx="9144000" cy="1379765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and innovation are interconnected processes focused on creating value by understanding user needs and exploring creative solutions. </a:t>
            </a: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1" name="Google Shape;551;p50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1045030"/>
            <a:ext cx="9143999" cy="409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BBC570-57C6-356E-78A7-61E7DCABA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0822"/>
            <a:ext cx="3872707" cy="522514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DAA6844-08D7-866A-4587-0C88044A4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02667" y="282237"/>
            <a:ext cx="43989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1"/>
                </a:solidFill>
                <a:latin typeface="Algerian" panose="04020705040A02060702" pitchFamily="82" charset="0"/>
              </a:rPr>
              <a:t>Problem Statement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gerian" panose="04020705040A02060702" pitchFamily="82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730C2F-28C7-06FE-CB82-73D24871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2707" y="1152475"/>
            <a:ext cx="5189650" cy="3893054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Segregation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🕒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🧤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Unhygienic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💸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🌍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clear, concise description of the issue that needs to be addressed by a project. It identifies the gap between the current state and the desired state, explaining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problem is important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impact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solving it will have.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3394C41-CB37-93A0-D20C-1E7F2F9DF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7133" y="81703"/>
            <a:ext cx="48250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EMPATHY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9B3CE-DBD7-D2C1-9F9B-D614CF4B9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575" y="0"/>
            <a:ext cx="4825092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56FE3E-F0BE-275C-D73E-138EAE692C91}"/>
              </a:ext>
            </a:extLst>
          </p:cNvPr>
          <p:cNvSpPr txBox="1"/>
          <p:nvPr/>
        </p:nvSpPr>
        <p:spPr>
          <a:xfrm>
            <a:off x="516467" y="1693333"/>
            <a:ext cx="32088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5 WHY’S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PERSONA’S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INTERVIEW QUESTIONS</a:t>
            </a:r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1E0A-1BB1-CB15-8ABD-BE1A1053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 WHY’s</a:t>
            </a:r>
            <a:r>
              <a:rPr lang="en-US" dirty="0"/>
              <a:t> 🔍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8BAB9-EAF3-5490-1031-D207F54FEEE0}"/>
              </a:ext>
            </a:extLst>
          </p:cNvPr>
          <p:cNvSpPr txBox="1"/>
          <p:nvPr/>
        </p:nvSpPr>
        <p:spPr>
          <a:xfrm>
            <a:off x="160866" y="1560549"/>
            <a:ext cx="8520599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r>
              <a:rPr lang="en-US" sz="2000" dirty="0"/>
              <a:t>Problem: People often mix wet and dry waste, making segregation ineffective.</a:t>
            </a:r>
          </a:p>
          <a:p>
            <a:pPr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❓ Why 1: People don’t separate waste at the source (home/office).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❓ Why 2: They’re unaware or find it inconvenient.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❓ Why 3: No easy tools or proper awareness.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❓ Why 4: Lack of local campaigns or smart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❓ Why 5: No integration into daily habits or incentives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1B0DB-2313-A3FE-8288-033F29568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933" y="190390"/>
            <a:ext cx="1001292" cy="124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6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39E7-75FE-DC22-7303-C78D5237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6" y="114825"/>
            <a:ext cx="8520600" cy="572700"/>
          </a:xfrm>
        </p:spPr>
        <p:txBody>
          <a:bodyPr/>
          <a:lstStyle/>
          <a:p>
            <a:r>
              <a:rPr lang="en-IN" dirty="0"/>
              <a:t>⧉ </a:t>
            </a:r>
            <a:r>
              <a:rPr lang="en-IN" b="1" dirty="0"/>
              <a:t>PERSONAS</a:t>
            </a:r>
            <a:r>
              <a:rPr lang="en-IN" dirty="0"/>
              <a:t> 🧑‍🤝‍🧑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07DB4-DE73-7298-8153-E7954C334576}"/>
              </a:ext>
            </a:extLst>
          </p:cNvPr>
          <p:cNvSpPr txBox="1"/>
          <p:nvPr/>
        </p:nvSpPr>
        <p:spPr>
          <a:xfrm>
            <a:off x="1" y="2835176"/>
            <a:ext cx="4572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👩‍🍳 Lakshmi – Homemaker (40 yrs)</a:t>
            </a:r>
            <a:br>
              <a:rPr lang="en-IN" sz="1600" dirty="0"/>
            </a:br>
            <a:r>
              <a:rPr lang="en-IN" sz="1600" dirty="0"/>
              <a:t>🔸 Pain Points: Confused about waste categories, lacks multiple bins</a:t>
            </a:r>
            <a:br>
              <a:rPr lang="en-IN" sz="1600" dirty="0"/>
            </a:br>
            <a:r>
              <a:rPr lang="en-IN" sz="1600" dirty="0"/>
              <a:t>🔸 Needs: Clear labels, easy visuals, pickup reminders</a:t>
            </a:r>
            <a:br>
              <a:rPr lang="en-IN" sz="1600" dirty="0"/>
            </a:br>
            <a:r>
              <a:rPr lang="en-IN" sz="1600" dirty="0"/>
              <a:t>🔸 Goal: Wants to keep surroundings clean 🧼</a:t>
            </a:r>
          </a:p>
          <a:p>
            <a:pPr>
              <a:buNone/>
            </a:pP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DF46A5-1650-1BD6-AC74-10F7CE30C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06" y="1067958"/>
            <a:ext cx="1503792" cy="1503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C0B637-03B8-0D57-52D8-8A09C2BE3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1" y="1067957"/>
            <a:ext cx="1503793" cy="15037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F7EA91-4360-5ACA-17DF-7F469F4CE616}"/>
              </a:ext>
            </a:extLst>
          </p:cNvPr>
          <p:cNvSpPr txBox="1"/>
          <p:nvPr/>
        </p:nvSpPr>
        <p:spPr>
          <a:xfrm>
            <a:off x="4572000" y="2835176"/>
            <a:ext cx="47439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🎓 Raj – College Student (21 yrs)</a:t>
            </a:r>
            <a:br>
              <a:rPr lang="en-IN" sz="1600" dirty="0"/>
            </a:br>
            <a:r>
              <a:rPr lang="en-IN" sz="1600" dirty="0"/>
              <a:t>🔸 Pain Points: Doesn’t care much, no motivation</a:t>
            </a:r>
            <a:br>
              <a:rPr lang="en-IN" sz="1600" dirty="0"/>
            </a:br>
            <a:r>
              <a:rPr lang="en-IN" sz="1600" dirty="0"/>
              <a:t>🔸 Needs: Gamification 🎮, incentives 💰, fun approach</a:t>
            </a:r>
            <a:br>
              <a:rPr lang="en-IN" sz="1600" dirty="0"/>
            </a:br>
            <a:r>
              <a:rPr lang="en-IN" sz="1600" dirty="0"/>
              <a:t>🔸 Goal: Wants simplicity &amp; engagement</a:t>
            </a:r>
          </a:p>
        </p:txBody>
      </p:sp>
    </p:spTree>
    <p:extLst>
      <p:ext uri="{BB962C8B-B14F-4D97-AF65-F5344CB8AC3E}">
        <p14:creationId xmlns:p14="http://schemas.microsoft.com/office/powerpoint/2010/main" val="184529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873D8F-1C4E-78E9-92EF-F444565EC2E1}"/>
              </a:ext>
            </a:extLst>
          </p:cNvPr>
          <p:cNvSpPr txBox="1"/>
          <p:nvPr/>
        </p:nvSpPr>
        <p:spPr>
          <a:xfrm>
            <a:off x="163286" y="2024743"/>
            <a:ext cx="44087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Ramesh - Sanitation Worker(35 yrs)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😣 </a:t>
            </a:r>
            <a:r>
              <a:rPr lang="en-IN" b="1" dirty="0"/>
              <a:t>Pain Points:</a:t>
            </a:r>
            <a:br>
              <a:rPr lang="en-IN" dirty="0"/>
            </a:br>
            <a:r>
              <a:rPr lang="en-IN" dirty="0"/>
              <a:t>Faces mixed garbage which is unhygienic  and harder to manage 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🧼 </a:t>
            </a:r>
            <a:r>
              <a:rPr lang="en-IN" b="1" dirty="0"/>
              <a:t>Needs:</a:t>
            </a:r>
            <a:br>
              <a:rPr lang="en-IN" dirty="0"/>
            </a:br>
            <a:r>
              <a:rPr lang="en-IN" dirty="0"/>
              <a:t>Pre-sorted </a:t>
            </a:r>
            <a:r>
              <a:rPr lang="en-IN" dirty="0" err="1"/>
              <a:t>waste,user</a:t>
            </a:r>
            <a:r>
              <a:rPr lang="en-IN" dirty="0"/>
              <a:t> cooperation and less exposure to health risks ⚠️🦠.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🙏 </a:t>
            </a:r>
            <a:r>
              <a:rPr lang="en-IN" b="1" dirty="0"/>
              <a:t>Goals:</a:t>
            </a:r>
            <a:br>
              <a:rPr lang="en-IN" dirty="0"/>
            </a:br>
            <a:r>
              <a:rPr lang="en-IN" dirty="0"/>
              <a:t>Wants safer and cleaner waste collection 🚛 for better health and dignity.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C1530-4872-FDD5-D82E-3768C3A7ACE7}"/>
              </a:ext>
            </a:extLst>
          </p:cNvPr>
          <p:cNvSpPr txBox="1"/>
          <p:nvPr/>
        </p:nvSpPr>
        <p:spPr>
          <a:xfrm>
            <a:off x="4572001" y="2024743"/>
            <a:ext cx="457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🏢 </a:t>
            </a:r>
            <a:r>
              <a:rPr lang="en-US" b="1" dirty="0"/>
              <a:t>Municipal Official – Mr. Rao (45 yrs)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🧾 In charge of waste management operations in a ward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Pain Points: Poor citizen participation, limited monitoring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Needs: Data tracking, community feedback, better tech for waste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🎯 Goal: Wants to improve waste segregation rates across the city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E15021-624A-F9B0-43CB-EBC5FE057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1" y="138793"/>
            <a:ext cx="1616528" cy="1616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80B4D-73E4-A17A-C065-5C8FD35E3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6" y="138793"/>
            <a:ext cx="1616529" cy="161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60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1E1D-5F01-411F-5823-2CC5B04A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🗣️ </a:t>
            </a:r>
            <a:r>
              <a:rPr lang="en-US" b="1" dirty="0"/>
              <a:t>INTERVIEW QUESTIONS</a:t>
            </a:r>
            <a:r>
              <a:rPr lang="en-US" dirty="0"/>
              <a:t> ❓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6506A-7327-311F-7B43-E576A5C634D3}"/>
              </a:ext>
            </a:extLst>
          </p:cNvPr>
          <p:cNvSpPr txBox="1"/>
          <p:nvPr/>
        </p:nvSpPr>
        <p:spPr>
          <a:xfrm>
            <a:off x="0" y="1794337"/>
            <a:ext cx="47159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👩‍🍳 To Homemakers: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How do you dispose of your household waste daily? 🗑️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Do you separate it? Why/why not?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What makes it hard or easy for you?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What would help you do it better? ✅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100CD-16AC-9C03-6858-512E9905E138}"/>
              </a:ext>
            </a:extLst>
          </p:cNvPr>
          <p:cNvSpPr txBox="1"/>
          <p:nvPr/>
        </p:nvSpPr>
        <p:spPr>
          <a:xfrm>
            <a:off x="5029200" y="2040559"/>
            <a:ext cx="3803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/>
              <a:t>🎓 To Students: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Do you know about wet/dry waste? 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Do you segregate 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What would make it fun or rewarding? 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Would you use an app for this?</a:t>
            </a:r>
          </a:p>
        </p:txBody>
      </p:sp>
    </p:spTree>
    <p:extLst>
      <p:ext uri="{BB962C8B-B14F-4D97-AF65-F5344CB8AC3E}">
        <p14:creationId xmlns:p14="http://schemas.microsoft.com/office/powerpoint/2010/main" val="305697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3050CD-6612-2F68-B030-93BB5C13971E}"/>
              </a:ext>
            </a:extLst>
          </p:cNvPr>
          <p:cNvSpPr txBox="1"/>
          <p:nvPr/>
        </p:nvSpPr>
        <p:spPr>
          <a:xfrm>
            <a:off x="-57150" y="1012371"/>
            <a:ext cx="47516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/>
              <a:t>👷‍♂️ </a:t>
            </a:r>
            <a:r>
              <a:rPr lang="en-US" sz="1600" b="1" dirty="0"/>
              <a:t>To Sanitation Workers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🗑️ What problems do you face during collection?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🤢 How often is the waste mixed?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🙏 How can people help you?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💡 Have you seen any good solutions?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🛠️ Do you get tools or safety gear?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C7935-0738-958B-D052-B1A0125EFD41}"/>
              </a:ext>
            </a:extLst>
          </p:cNvPr>
          <p:cNvSpPr txBox="1"/>
          <p:nvPr/>
        </p:nvSpPr>
        <p:spPr>
          <a:xfrm>
            <a:off x="4571999" y="1012371"/>
            <a:ext cx="443320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/>
              <a:t>🏢 </a:t>
            </a:r>
            <a:r>
              <a:rPr lang="en-US" sz="1600" b="1" dirty="0"/>
              <a:t>To Municipal Officers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📊 What is the main challenge in waste management?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📉 Is segregation improving or not?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🙋‍♂️ What do you expect from the public?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⚙️ What technology are you using now?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🚀 What support do you need to improve things?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48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112B6-8FC4-2994-B51A-4E03C1A2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534" y="261967"/>
            <a:ext cx="3253372" cy="572700"/>
          </a:xfrm>
        </p:spPr>
        <p:txBody>
          <a:bodyPr/>
          <a:lstStyle/>
          <a:p>
            <a:r>
              <a:rPr lang="en-US" sz="2800" b="1" dirty="0"/>
              <a:t>🎯 DEFINE 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C16BE-62E9-32BF-BBBD-C0DBD4181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6779" y="858560"/>
            <a:ext cx="5527221" cy="4293104"/>
          </a:xfrm>
        </p:spPr>
        <p:txBody>
          <a:bodyPr/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the growing emphasis on sustainability,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segregation at the source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a major challenge due to: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consistency in households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inconvenient manual segregation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🧤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risks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sanitation workers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💸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existing smart segregation systems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4C89E-7454-DF0F-49BF-2C83EFA7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902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16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471AA-5BF0-1946-61F5-DB433FA79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93" y="77632"/>
            <a:ext cx="4668514" cy="572700"/>
          </a:xfrm>
        </p:spPr>
        <p:txBody>
          <a:bodyPr/>
          <a:lstStyle/>
          <a:p>
            <a:r>
              <a:rPr lang="en-IN" sz="3600" dirty="0"/>
              <a:t>💡 </a:t>
            </a:r>
            <a:r>
              <a:rPr lang="en-IN" sz="3600" b="1" dirty="0"/>
              <a:t>IDEATE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12D007-9199-7342-3A2F-3D7305761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314" y="728158"/>
            <a:ext cx="542924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Sensor-Based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moisture or optical sensors to automatically identify wet vs. dry waste.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⚙️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Rotating Bin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smart bin that rotates compartments based on detected waste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📱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App alerts and tracking to guide users and promote segregation habits.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🧩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Compact, detachable bin units suitable for households and small communities.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10004E-9E51-6E03-4F1E-DEEC39EF1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521" y="0"/>
            <a:ext cx="38045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32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3"/>
          <p:cNvSpPr txBox="1"/>
          <p:nvPr/>
        </p:nvSpPr>
        <p:spPr>
          <a:xfrm>
            <a:off x="72750" y="-249161"/>
            <a:ext cx="8998500" cy="554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 </a:t>
            </a:r>
            <a:r>
              <a:rPr lang="en-US" sz="3200" dirty="0"/>
              <a:t>🛠️ </a:t>
            </a:r>
            <a:r>
              <a:rPr lang="en-US" sz="3200" b="1" dirty="0"/>
              <a:t>PROTOTYPE – Building the Automated Waste Segregation Model</a:t>
            </a:r>
            <a:endParaRPr sz="2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In the prototype stage, we </a:t>
            </a:r>
            <a:r>
              <a:rPr lang="en" sz="1800" b="1" dirty="0">
                <a:solidFill>
                  <a:schemeClr val="dk1"/>
                </a:solidFill>
              </a:rPr>
              <a:t>designed and built a working model</a:t>
            </a:r>
            <a:r>
              <a:rPr lang="en" sz="1800" dirty="0">
                <a:solidFill>
                  <a:schemeClr val="dk1"/>
                </a:solidFill>
              </a:rPr>
              <a:t> of our automated wet and dry waste segregation system using sensors and microcontroller logic. This prototype helps us test how well our concept functions in a real-world setting and gives us insights for future improvement.</a:t>
            </a:r>
          </a:p>
          <a:p>
            <a:pPr>
              <a:buNone/>
            </a:pPr>
            <a:r>
              <a:rPr lang="en-US" sz="1800" b="1" dirty="0"/>
              <a:t>🧪 Working Principle: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Waste is placed into the input tray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Sensor detects moisture level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Based on detection: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Wet waste → Bin A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Dry waste → Bin B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System notifies with LED/Buzzer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Real-time segregation with minimal user involvement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7C0BF29-CEAF-300F-7C0E-CBD0C9B5CBF9}"/>
              </a:ext>
            </a:extLst>
          </p:cNvPr>
          <p:cNvCxnSpPr/>
          <p:nvPr/>
        </p:nvCxnSpPr>
        <p:spPr>
          <a:xfrm flipV="1">
            <a:off x="5396303" y="605674"/>
            <a:ext cx="636814" cy="547007"/>
          </a:xfrm>
          <a:prstGeom prst="straightConnector1">
            <a:avLst/>
          </a:prstGeom>
          <a:ln w="349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8A29EA-8FB4-BC32-166D-DC952BD4FE7F}"/>
              </a:ext>
            </a:extLst>
          </p:cNvPr>
          <p:cNvSpPr txBox="1"/>
          <p:nvPr/>
        </p:nvSpPr>
        <p:spPr>
          <a:xfrm>
            <a:off x="6033117" y="82454"/>
            <a:ext cx="1796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SOIL MOISTURE SENSOR</a:t>
            </a:r>
            <a:endParaRPr lang="en-IN" b="1" i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422CAD-567B-AAC4-994F-4D2E13857BE7}"/>
              </a:ext>
            </a:extLst>
          </p:cNvPr>
          <p:cNvCxnSpPr>
            <a:cxnSpLocks/>
          </p:cNvCxnSpPr>
          <p:nvPr/>
        </p:nvCxnSpPr>
        <p:spPr>
          <a:xfrm flipH="1" flipV="1">
            <a:off x="4170590" y="1815610"/>
            <a:ext cx="1050170" cy="65919"/>
          </a:xfrm>
          <a:prstGeom prst="straightConnector1">
            <a:avLst/>
          </a:prstGeom>
          <a:ln w="34925">
            <a:solidFill>
              <a:schemeClr val="accent3">
                <a:lumMod val="10000"/>
                <a:lumOff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587251-5D36-3419-F7A5-919172CD0690}"/>
              </a:ext>
            </a:extLst>
          </p:cNvPr>
          <p:cNvSpPr txBox="1"/>
          <p:nvPr/>
        </p:nvSpPr>
        <p:spPr>
          <a:xfrm>
            <a:off x="2839426" y="1619919"/>
            <a:ext cx="1557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ULTRASONIC SENSOR</a:t>
            </a:r>
            <a:endParaRPr lang="en-IN" b="1" dirty="0">
              <a:solidFill>
                <a:schemeClr val="accent4"/>
              </a:solidFill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E4C149B5-74D0-A74B-5F85-7DBEE71814D0}"/>
              </a:ext>
            </a:extLst>
          </p:cNvPr>
          <p:cNvCxnSpPr/>
          <p:nvPr/>
        </p:nvCxnSpPr>
        <p:spPr>
          <a:xfrm rot="10800000" flipV="1">
            <a:off x="3135759" y="3196167"/>
            <a:ext cx="1261533" cy="618066"/>
          </a:xfrm>
          <a:prstGeom prst="curvedConnector3">
            <a:avLst/>
          </a:prstGeom>
          <a:ln w="41275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3DB988-16B7-BA6C-DBD2-BFB8A0E05D3F}"/>
              </a:ext>
            </a:extLst>
          </p:cNvPr>
          <p:cNvSpPr txBox="1"/>
          <p:nvPr/>
        </p:nvSpPr>
        <p:spPr>
          <a:xfrm>
            <a:off x="2143850" y="3636433"/>
            <a:ext cx="116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ARDUINO</a:t>
            </a:r>
            <a:endParaRPr lang="en-IN" b="1" dirty="0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E1EE7DF1-8204-4D05-5095-38C81DDEABEF}"/>
              </a:ext>
            </a:extLst>
          </p:cNvPr>
          <p:cNvCxnSpPr/>
          <p:nvPr/>
        </p:nvCxnSpPr>
        <p:spPr>
          <a:xfrm>
            <a:off x="5875867" y="3505200"/>
            <a:ext cx="1270000" cy="262467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485C24E-4920-CDA2-BC9B-6B6B79730319}"/>
              </a:ext>
            </a:extLst>
          </p:cNvPr>
          <p:cNvSpPr txBox="1"/>
          <p:nvPr/>
        </p:nvSpPr>
        <p:spPr>
          <a:xfrm>
            <a:off x="7145866" y="3616981"/>
            <a:ext cx="1769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JUMPER WIRES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93156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809903-5879-44FE-DD53-0B8ED4E8C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06" y="445025"/>
            <a:ext cx="2927939" cy="2916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489D81-5F07-4700-332C-500EF49A5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658" y="595741"/>
            <a:ext cx="5197642" cy="26155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4E1945-E6AF-7C8A-4931-FB8CB086FEE1}"/>
              </a:ext>
            </a:extLst>
          </p:cNvPr>
          <p:cNvSpPr txBox="1"/>
          <p:nvPr/>
        </p:nvSpPr>
        <p:spPr>
          <a:xfrm>
            <a:off x="567891" y="3965608"/>
            <a:ext cx="2415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PROTO TYPE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03C9C-4A49-198B-A363-2D5F617F8EC1}"/>
              </a:ext>
            </a:extLst>
          </p:cNvPr>
          <p:cNvSpPr txBox="1"/>
          <p:nvPr/>
        </p:nvSpPr>
        <p:spPr>
          <a:xfrm>
            <a:off x="5216892" y="3965607"/>
            <a:ext cx="2685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CIRCUIT DIAGRAM</a:t>
            </a:r>
          </a:p>
        </p:txBody>
      </p:sp>
    </p:spTree>
    <p:extLst>
      <p:ext uri="{BB962C8B-B14F-4D97-AF65-F5344CB8AC3E}">
        <p14:creationId xmlns:p14="http://schemas.microsoft.com/office/powerpoint/2010/main" val="2990337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4"/>
          <p:cNvSpPr txBox="1"/>
          <p:nvPr/>
        </p:nvSpPr>
        <p:spPr>
          <a:xfrm>
            <a:off x="72750" y="0"/>
            <a:ext cx="8998500" cy="54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🔩</a:t>
            </a:r>
            <a:r>
              <a:rPr lang="en" sz="1600" b="1" dirty="0">
                <a:solidFill>
                  <a:schemeClr val="dk1"/>
                </a:solidFill>
              </a:rPr>
              <a:t> Key Components in the Prototype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Arduino Uno SMD</a:t>
            </a:r>
            <a:r>
              <a:rPr lang="en" dirty="0">
                <a:solidFill>
                  <a:schemeClr val="dk1"/>
                </a:solidFill>
              </a:rPr>
              <a:t> 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Acts as the system’s central controller.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Receives input from sensors and controls the servo based on logic.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Servo 9g Motor</a:t>
            </a:r>
            <a:r>
              <a:rPr lang="en" dirty="0">
                <a:solidFill>
                  <a:schemeClr val="dk1"/>
                </a:solidFill>
              </a:rPr>
              <a:t> 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Physically shifts the flap to direct waste into the correct bin.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Quick and precise motion based on Arduino’s signal.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Soil Moisture Sensor</a:t>
            </a:r>
            <a:r>
              <a:rPr lang="en" dirty="0">
                <a:solidFill>
                  <a:schemeClr val="dk1"/>
                </a:solidFill>
              </a:rPr>
              <a:t> 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Measures how wet the waste is.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Sends moisture data to Arduino to determine waste type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626" name="Google Shape;626;p64" title="soil sens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050" y="3956175"/>
            <a:ext cx="1857900" cy="118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64" title="servo moto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5050" y="2342750"/>
            <a:ext cx="1857900" cy="127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4" title="Arduino_Uno_-_R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4650" y="415275"/>
            <a:ext cx="2122376" cy="145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5"/>
          <p:cNvSpPr txBox="1"/>
          <p:nvPr/>
        </p:nvSpPr>
        <p:spPr>
          <a:xfrm>
            <a:off x="14050" y="0"/>
            <a:ext cx="9233400" cy="525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Ultrasonic Sensor</a:t>
            </a:r>
            <a:r>
              <a:rPr lang="en" sz="1600" dirty="0">
                <a:solidFill>
                  <a:schemeClr val="dk1"/>
                </a:solidFill>
              </a:rPr>
              <a:t> 📏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Senses when waste is placed within range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Ensures system activates only when waste is detected.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USB Cable</a:t>
            </a:r>
            <a:r>
              <a:rPr lang="en" sz="1600" dirty="0">
                <a:solidFill>
                  <a:schemeClr val="dk1"/>
                </a:solidFill>
              </a:rPr>
              <a:t> 🔌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Used for programming the Arduino and providing power during testing.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F-F and M-F Jumper Wires</a:t>
            </a:r>
            <a:r>
              <a:rPr lang="en" sz="1600" dirty="0">
                <a:solidFill>
                  <a:schemeClr val="dk1"/>
                </a:solidFill>
              </a:rPr>
              <a:t> 🔗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Connect components to the Arduino.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Ensures smooth communication between sensors, motor, and microcontroller.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634" name="Google Shape;634;p65" title="Screenshot 2025-04-27 1235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2392" y="155122"/>
            <a:ext cx="2506437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65" title="jumpe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889" y="3027429"/>
            <a:ext cx="1820775" cy="134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4EBC09-2EC3-9034-2523-4F31638A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3200" b="1" dirty="0"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lang="en-IN" sz="3200" b="1" dirty="0">
                <a:latin typeface="Arial"/>
                <a:ea typeface="Arial"/>
                <a:cs typeface="Arial"/>
                <a:sym typeface="Arial"/>
              </a:rPr>
              <a:t>Conclusion</a:t>
            </a:r>
            <a:br>
              <a:rPr lang="en-IN" sz="3200" b="1" dirty="0">
                <a:latin typeface="Arial"/>
                <a:ea typeface="Arial"/>
                <a:cs typeface="Arial"/>
                <a:sym typeface="Arial"/>
              </a:rPr>
            </a:br>
            <a:endParaRPr lang="en-IN" sz="3200" dirty="0"/>
          </a:p>
        </p:txBody>
      </p:sp>
      <p:sp>
        <p:nvSpPr>
          <p:cNvPr id="640" name="Google Shape;640;p66"/>
          <p:cNvSpPr txBox="1">
            <a:spLocks noGrp="1"/>
          </p:cNvSpPr>
          <p:nvPr>
            <p:ph type="body" idx="4294967295"/>
          </p:nvPr>
        </p:nvSpPr>
        <p:spPr>
          <a:xfrm>
            <a:off x="0" y="1338942"/>
            <a:ext cx="8353425" cy="3658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🌿 Smart Waste Segregation System – Highlights: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♻️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&amp; efficient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waste management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+ sensors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moisture to sort waste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🙌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effort &amp; error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🧼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clean &amp; sustainable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habits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🏫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homes, schools, offices &amp; public spaces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a greener future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smart tech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Annual Planning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71969D"/>
      </a:lt2>
      <a:accent1>
        <a:srgbClr val="CABFDA"/>
      </a:accent1>
      <a:accent2>
        <a:srgbClr val="FFC6C6"/>
      </a:accent2>
      <a:accent3>
        <a:srgbClr val="192B31"/>
      </a:accent3>
      <a:accent4>
        <a:srgbClr val="000000"/>
      </a:accent4>
      <a:accent5>
        <a:srgbClr val="F37021"/>
      </a:accent5>
      <a:accent6>
        <a:srgbClr val="554D4D"/>
      </a:accent6>
      <a:hlink>
        <a:srgbClr val="1616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2226</TotalTime>
  <Words>1069</Words>
  <Application>Microsoft Office PowerPoint</Application>
  <PresentationFormat>On-screen Show (16:9)</PresentationFormat>
  <Paragraphs>149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Roboto Serif</vt:lpstr>
      <vt:lpstr>Work Sans</vt:lpstr>
      <vt:lpstr>Wingdings</vt:lpstr>
      <vt:lpstr>Arial Narrow</vt:lpstr>
      <vt:lpstr>Roboto Serif Medium</vt:lpstr>
      <vt:lpstr>Algerian</vt:lpstr>
      <vt:lpstr>Work Sans Medium</vt:lpstr>
      <vt:lpstr>Times New Roman</vt:lpstr>
      <vt:lpstr>Arial</vt:lpstr>
      <vt:lpstr>Annual Planning</vt:lpstr>
      <vt:lpstr>PowerPoint Presentation</vt:lpstr>
      <vt:lpstr>WET AND DRY WASTE SEGREGATION </vt:lpstr>
      <vt:lpstr>PowerPoint Presentation</vt:lpstr>
      <vt:lpstr>Design thinking and innovation are interconnected processes focused on creating value by understanding user needs and exploring creative solutions.  </vt:lpstr>
      <vt:lpstr>Problem Statement</vt:lpstr>
      <vt:lpstr>EMPATHY</vt:lpstr>
      <vt:lpstr>5 WHY’s 🔍 </vt:lpstr>
      <vt:lpstr>⧉ PERSONAS 🧑‍🤝‍🧑 </vt:lpstr>
      <vt:lpstr>PowerPoint Presentation</vt:lpstr>
      <vt:lpstr>🗣️ INTERVIEW QUESTIONS ❓ </vt:lpstr>
      <vt:lpstr>PowerPoint Presentation</vt:lpstr>
      <vt:lpstr>🎯 DEFINE  </vt:lpstr>
      <vt:lpstr>💡 IDEATE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✅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SOHITHA</dc:creator>
  <cp:lastModifiedBy>Sohithasai CH</cp:lastModifiedBy>
  <cp:revision>15</cp:revision>
  <dcterms:modified xsi:type="dcterms:W3CDTF">2025-05-23T16:08:10Z</dcterms:modified>
</cp:coreProperties>
</file>