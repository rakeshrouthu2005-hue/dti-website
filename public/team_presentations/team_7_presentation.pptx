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61" r:id="rId5"/>
    <p:sldId id="277" r:id="rId6"/>
    <p:sldId id="263" r:id="rId7"/>
    <p:sldId id="271" r:id="rId8"/>
    <p:sldId id="265" r:id="rId9"/>
    <p:sldId id="275" r:id="rId10"/>
    <p:sldId id="274" r:id="rId11"/>
    <p:sldId id="266" r:id="rId12"/>
    <p:sldId id="270" r:id="rId13"/>
    <p:sldId id="268" r:id="rId14"/>
    <p:sldId id="272" r:id="rId15"/>
    <p:sldId id="269"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6/25/2025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dirty="0"/>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6/25/2025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6/25/2025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dirty="0"/>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dirty="0"/>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6/25/2025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jpeg" /><Relationship Id="rId1" Type="http://schemas.openxmlformats.org/officeDocument/2006/relationships/slideLayout" Target="../slideLayouts/slideLayout2.xml" /><Relationship Id="rId6" Type="http://schemas.openxmlformats.org/officeDocument/2006/relationships/image" Target="../media/image16.jpeg" /><Relationship Id="rId5" Type="http://schemas.openxmlformats.org/officeDocument/2006/relationships/image" Target="../media/image15.jpeg" /><Relationship Id="rId4" Type="http://schemas.openxmlformats.org/officeDocument/2006/relationships/image" Target="../media/image14.jpeg" /></Relationships>
</file>

<file path=ppt/slides/_rels/slide12.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D795E-E070-DD32-DC92-C94E720A3A1D}"/>
              </a:ext>
            </a:extLst>
          </p:cNvPr>
          <p:cNvSpPr>
            <a:spLocks noGrp="1"/>
          </p:cNvSpPr>
          <p:nvPr>
            <p:ph type="ctrTitle"/>
          </p:nvPr>
        </p:nvSpPr>
        <p:spPr>
          <a:xfrm>
            <a:off x="2218252" y="-204762"/>
            <a:ext cx="8791575" cy="2387600"/>
          </a:xfrm>
        </p:spPr>
        <p:txBody>
          <a:bodyPr/>
          <a:lstStyle/>
          <a:p>
            <a:r>
              <a:rPr lang="en-US" dirty="0"/>
              <a:t>Design thinking and innovation </a:t>
            </a:r>
          </a:p>
        </p:txBody>
      </p:sp>
      <p:sp>
        <p:nvSpPr>
          <p:cNvPr id="3" name="Subtitle 2">
            <a:extLst>
              <a:ext uri="{FF2B5EF4-FFF2-40B4-BE49-F238E27FC236}">
                <a16:creationId xmlns:a16="http://schemas.microsoft.com/office/drawing/2014/main" id="{0C7677F6-9598-A265-6F64-51186639C956}"/>
              </a:ext>
            </a:extLst>
          </p:cNvPr>
          <p:cNvSpPr>
            <a:spLocks noGrp="1"/>
          </p:cNvSpPr>
          <p:nvPr>
            <p:ph type="subTitle" idx="1"/>
          </p:nvPr>
        </p:nvSpPr>
        <p:spPr>
          <a:xfrm>
            <a:off x="2218252" y="3062541"/>
            <a:ext cx="6571873" cy="2240966"/>
          </a:xfrm>
        </p:spPr>
        <p:txBody>
          <a:bodyPr/>
          <a:lstStyle/>
          <a:p>
            <a:r>
              <a:rPr lang="en-US" dirty="0">
                <a:solidFill>
                  <a:schemeClr val="bg1"/>
                </a:solidFill>
              </a:rPr>
              <a:t>Presented by</a:t>
            </a:r>
          </a:p>
          <a:p>
            <a:r>
              <a:rPr lang="en-US" sz="1400" b="1" dirty="0">
                <a:solidFill>
                  <a:schemeClr val="bg1"/>
                </a:solidFill>
              </a:rPr>
              <a:t>G.anjali-23kd1a0233</a:t>
            </a:r>
          </a:p>
          <a:p>
            <a:r>
              <a:rPr lang="en-US" sz="1400" b="1" dirty="0">
                <a:solidFill>
                  <a:schemeClr val="bg1"/>
                </a:solidFill>
              </a:rPr>
              <a:t>K.lathika-23kd1a0249</a:t>
            </a:r>
          </a:p>
          <a:p>
            <a:r>
              <a:rPr lang="en-US" sz="1400" b="1" dirty="0">
                <a:solidFill>
                  <a:schemeClr val="bg1"/>
                </a:solidFill>
              </a:rPr>
              <a:t>L.tripathi-23kd1a0258</a:t>
            </a:r>
          </a:p>
          <a:p>
            <a:r>
              <a:rPr lang="en-US" sz="1400" b="1" dirty="0">
                <a:solidFill>
                  <a:schemeClr val="bg1"/>
                </a:solidFill>
              </a:rPr>
              <a:t>B.ganesh-23kd1a0210</a:t>
            </a:r>
          </a:p>
          <a:p>
            <a:endParaRPr lang="en-US" sz="1400" b="1" dirty="0">
              <a:solidFill>
                <a:schemeClr val="bg1"/>
              </a:solidFill>
            </a:endParaRPr>
          </a:p>
        </p:txBody>
      </p:sp>
      <p:pic>
        <p:nvPicPr>
          <p:cNvPr id="6" name="Picture 5">
            <a:extLst>
              <a:ext uri="{FF2B5EF4-FFF2-40B4-BE49-F238E27FC236}">
                <a16:creationId xmlns:a16="http://schemas.microsoft.com/office/drawing/2014/main" id="{B9BF01A4-5702-6487-D49A-8E25434DFA76}"/>
              </a:ext>
            </a:extLst>
          </p:cNvPr>
          <p:cNvPicPr>
            <a:picLocks noChangeAspect="1"/>
          </p:cNvPicPr>
          <p:nvPr/>
        </p:nvPicPr>
        <p:blipFill>
          <a:blip r:embed="rId2"/>
          <a:stretch>
            <a:fillRect/>
          </a:stretch>
        </p:blipFill>
        <p:spPr>
          <a:xfrm>
            <a:off x="6479645" y="2831146"/>
            <a:ext cx="5273828" cy="375879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C82B0F9B-AD70-EE53-E969-4EA740961CB9}"/>
              </a:ext>
            </a:extLst>
          </p:cNvPr>
          <p:cNvSpPr txBox="1"/>
          <p:nvPr/>
        </p:nvSpPr>
        <p:spPr>
          <a:xfrm>
            <a:off x="5181600" y="2513094"/>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4055849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B40C1-E16F-D56A-9485-7AFD9AC19E82}"/>
              </a:ext>
            </a:extLst>
          </p:cNvPr>
          <p:cNvSpPr>
            <a:spLocks noGrp="1"/>
          </p:cNvSpPr>
          <p:nvPr>
            <p:ph type="title"/>
          </p:nvPr>
        </p:nvSpPr>
        <p:spPr/>
        <p:txBody>
          <a:bodyPr/>
          <a:lstStyle/>
          <a:p>
            <a:r>
              <a:rPr lang="en-US" dirty="0"/>
              <a:t>Automatic plant watering system using      solar panel </a:t>
            </a:r>
          </a:p>
        </p:txBody>
      </p:sp>
      <p:sp>
        <p:nvSpPr>
          <p:cNvPr id="3" name="Content Placeholder 2">
            <a:extLst>
              <a:ext uri="{FF2B5EF4-FFF2-40B4-BE49-F238E27FC236}">
                <a16:creationId xmlns:a16="http://schemas.microsoft.com/office/drawing/2014/main" id="{62ABA418-9E6F-2CC6-5C84-C55289808B4A}"/>
              </a:ext>
            </a:extLst>
          </p:cNvPr>
          <p:cNvSpPr>
            <a:spLocks noGrp="1"/>
          </p:cNvSpPr>
          <p:nvPr>
            <p:ph idx="1"/>
          </p:nvPr>
        </p:nvSpPr>
        <p:spPr/>
        <p:txBody>
          <a:bodyPr/>
          <a:lstStyle/>
          <a:p>
            <a:pPr marL="0" indent="0">
              <a:buNone/>
            </a:pPr>
            <a:r>
              <a:rPr lang="en-US" dirty="0"/>
              <a:t>                                                         </a:t>
            </a:r>
          </a:p>
          <a:p>
            <a:pPr marL="0" indent="0">
              <a:buNone/>
            </a:pPr>
            <a:r>
              <a:rPr lang="en-US" dirty="0"/>
              <a:t>                                                                UNDER THE GUIDENCE OF :</a:t>
            </a:r>
          </a:p>
          <a:p>
            <a:pPr marL="0" indent="0">
              <a:buNone/>
            </a:pPr>
            <a:r>
              <a:rPr lang="en-US" dirty="0"/>
              <a:t>                                                                 Mr. B. Ram </a:t>
            </a:r>
            <a:r>
              <a:rPr lang="en-US" dirty="0" err="1"/>
              <a:t>Vara</a:t>
            </a:r>
            <a:r>
              <a:rPr lang="en-US" dirty="0"/>
              <a:t> Prasad,(</a:t>
            </a:r>
            <a:r>
              <a:rPr lang="en-US" dirty="0" err="1"/>
              <a:t>ph.d</a:t>
            </a:r>
            <a:r>
              <a:rPr lang="en-US" dirty="0"/>
              <a:t>)</a:t>
            </a:r>
          </a:p>
          <a:p>
            <a:pPr marL="0" indent="0">
              <a:buNone/>
            </a:pPr>
            <a:r>
              <a:rPr lang="en-US" dirty="0"/>
              <a:t>                                                                  Assistant professor,</a:t>
            </a:r>
          </a:p>
          <a:p>
            <a:pPr marL="0" indent="0">
              <a:buNone/>
            </a:pPr>
            <a:r>
              <a:rPr lang="en-US" dirty="0"/>
              <a:t>                                                                  Department of EEE,</a:t>
            </a:r>
          </a:p>
          <a:p>
            <a:pPr marL="0" indent="0">
              <a:buNone/>
            </a:pPr>
            <a:r>
              <a:rPr lang="en-US" dirty="0"/>
              <a:t>                                                                  LIET(Autonomous).</a:t>
            </a:r>
          </a:p>
        </p:txBody>
      </p:sp>
      <p:pic>
        <p:nvPicPr>
          <p:cNvPr id="4" name="Picture 3">
            <a:extLst>
              <a:ext uri="{FF2B5EF4-FFF2-40B4-BE49-F238E27FC236}">
                <a16:creationId xmlns:a16="http://schemas.microsoft.com/office/drawing/2014/main" id="{DEA73B8D-61FB-44BA-45C5-0DA11D4D6CC9}"/>
              </a:ext>
            </a:extLst>
          </p:cNvPr>
          <p:cNvPicPr>
            <a:picLocks noChangeAspect="1"/>
          </p:cNvPicPr>
          <p:nvPr/>
        </p:nvPicPr>
        <p:blipFill>
          <a:blip r:embed="rId2"/>
          <a:stretch>
            <a:fillRect/>
          </a:stretch>
        </p:blipFill>
        <p:spPr>
          <a:xfrm>
            <a:off x="1249839" y="2601158"/>
            <a:ext cx="4501222" cy="3975652"/>
          </a:xfrm>
          <a:prstGeom prst="rect">
            <a:avLst/>
          </a:prstGeom>
        </p:spPr>
      </p:pic>
    </p:spTree>
    <p:extLst>
      <p:ext uri="{BB962C8B-B14F-4D97-AF65-F5344CB8AC3E}">
        <p14:creationId xmlns:p14="http://schemas.microsoft.com/office/powerpoint/2010/main" val="3956727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393B1-8AE6-05C5-24D2-A9516A595B9F}"/>
              </a:ext>
            </a:extLst>
          </p:cNvPr>
          <p:cNvSpPr>
            <a:spLocks noGrp="1"/>
          </p:cNvSpPr>
          <p:nvPr>
            <p:ph type="title"/>
          </p:nvPr>
        </p:nvSpPr>
        <p:spPr/>
        <p:txBody>
          <a:bodyPr/>
          <a:lstStyle/>
          <a:p>
            <a:r>
              <a:rPr lang="en-US" dirty="0"/>
              <a:t>                              Contents </a:t>
            </a:r>
          </a:p>
        </p:txBody>
      </p:sp>
      <p:sp>
        <p:nvSpPr>
          <p:cNvPr id="3" name="Content Placeholder 2">
            <a:extLst>
              <a:ext uri="{FF2B5EF4-FFF2-40B4-BE49-F238E27FC236}">
                <a16:creationId xmlns:a16="http://schemas.microsoft.com/office/drawing/2014/main" id="{BF349CD8-2910-AE3A-A72D-6356D02882E4}"/>
              </a:ext>
            </a:extLst>
          </p:cNvPr>
          <p:cNvSpPr>
            <a:spLocks noGrp="1"/>
          </p:cNvSpPr>
          <p:nvPr>
            <p:ph idx="1"/>
          </p:nvPr>
        </p:nvSpPr>
        <p:spPr>
          <a:xfrm>
            <a:off x="5623057" y="2249486"/>
            <a:ext cx="9905999" cy="3541714"/>
          </a:xfrm>
        </p:spPr>
        <p:txBody>
          <a:bodyPr>
            <a:normAutofit/>
          </a:bodyPr>
          <a:lstStyle/>
          <a:p>
            <a:r>
              <a:rPr lang="en-US" dirty="0"/>
              <a:t>INTRODUCTION TO DESIGN THINKING </a:t>
            </a:r>
          </a:p>
          <a:p>
            <a:r>
              <a:rPr lang="en-US" dirty="0"/>
              <a:t>PROBLEM STATEMENT </a:t>
            </a:r>
          </a:p>
          <a:p>
            <a:r>
              <a:rPr lang="en-US" dirty="0"/>
              <a:t>EMPATHY</a:t>
            </a:r>
          </a:p>
          <a:p>
            <a:r>
              <a:rPr lang="en-US" dirty="0"/>
              <a:t>APPLICATIONS</a:t>
            </a:r>
          </a:p>
          <a:p>
            <a:r>
              <a:rPr lang="en-US" dirty="0"/>
              <a:t>FUTURE ENHANCEMENT</a:t>
            </a:r>
          </a:p>
          <a:p>
            <a:r>
              <a:rPr lang="en-US" dirty="0"/>
              <a:t>CONCLUSION </a:t>
            </a:r>
          </a:p>
        </p:txBody>
      </p:sp>
      <p:pic>
        <p:nvPicPr>
          <p:cNvPr id="4" name="Picture 3">
            <a:extLst>
              <a:ext uri="{FF2B5EF4-FFF2-40B4-BE49-F238E27FC236}">
                <a16:creationId xmlns:a16="http://schemas.microsoft.com/office/drawing/2014/main" id="{D1810BC5-2EE4-BCE3-41DB-C45539AEE473}"/>
              </a:ext>
            </a:extLst>
          </p:cNvPr>
          <p:cNvPicPr>
            <a:picLocks noChangeAspect="1"/>
          </p:cNvPicPr>
          <p:nvPr/>
        </p:nvPicPr>
        <p:blipFill>
          <a:blip r:embed="rId2"/>
          <a:stretch>
            <a:fillRect/>
          </a:stretch>
        </p:blipFill>
        <p:spPr>
          <a:xfrm>
            <a:off x="457802" y="2382007"/>
            <a:ext cx="4698415" cy="3726040"/>
          </a:xfrm>
          <a:prstGeom prst="rect">
            <a:avLst/>
          </a:prstGeom>
        </p:spPr>
      </p:pic>
    </p:spTree>
    <p:extLst>
      <p:ext uri="{BB962C8B-B14F-4D97-AF65-F5344CB8AC3E}">
        <p14:creationId xmlns:p14="http://schemas.microsoft.com/office/powerpoint/2010/main" val="305718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5C4A-0C22-11A6-FAB0-CBF2CA671DBE}"/>
              </a:ext>
            </a:extLst>
          </p:cNvPr>
          <p:cNvSpPr>
            <a:spLocks noGrp="1"/>
          </p:cNvSpPr>
          <p:nvPr>
            <p:ph type="title"/>
          </p:nvPr>
        </p:nvSpPr>
        <p:spPr/>
        <p:txBody>
          <a:bodyPr/>
          <a:lstStyle/>
          <a:p>
            <a:r>
              <a:rPr lang="en-US" dirty="0"/>
              <a:t>What is meant by design thinking and innovation?</a:t>
            </a:r>
          </a:p>
        </p:txBody>
      </p:sp>
      <p:pic>
        <p:nvPicPr>
          <p:cNvPr id="7" name="Picture 6">
            <a:extLst>
              <a:ext uri="{FF2B5EF4-FFF2-40B4-BE49-F238E27FC236}">
                <a16:creationId xmlns:a16="http://schemas.microsoft.com/office/drawing/2014/main" id="{8A2B6C70-595D-7927-0C9D-6BDB7C17AE15}"/>
              </a:ext>
            </a:extLst>
          </p:cNvPr>
          <p:cNvPicPr>
            <a:picLocks noChangeAspect="1"/>
          </p:cNvPicPr>
          <p:nvPr/>
        </p:nvPicPr>
        <p:blipFill>
          <a:blip r:embed="rId2"/>
          <a:stretch>
            <a:fillRect/>
          </a:stretch>
        </p:blipFill>
        <p:spPr>
          <a:xfrm>
            <a:off x="357458" y="2467926"/>
            <a:ext cx="4196471" cy="4045778"/>
          </a:xfrm>
          <a:prstGeom prst="rect">
            <a:avLst/>
          </a:prstGeom>
        </p:spPr>
      </p:pic>
      <p:pic>
        <p:nvPicPr>
          <p:cNvPr id="10" name="Content Placeholder 9">
            <a:extLst>
              <a:ext uri="{FF2B5EF4-FFF2-40B4-BE49-F238E27FC236}">
                <a16:creationId xmlns:a16="http://schemas.microsoft.com/office/drawing/2014/main" id="{2F9F594D-83BA-96CD-4B21-579E46C5EFBC}"/>
              </a:ext>
            </a:extLst>
          </p:cNvPr>
          <p:cNvPicPr>
            <a:picLocks noGrp="1" noChangeAspect="1"/>
          </p:cNvPicPr>
          <p:nvPr>
            <p:ph idx="1"/>
          </p:nvPr>
        </p:nvPicPr>
        <p:blipFill>
          <a:blip r:embed="rId3"/>
          <a:stretch>
            <a:fillRect/>
          </a:stretch>
        </p:blipFill>
        <p:spPr>
          <a:xfrm>
            <a:off x="5114457" y="2817302"/>
            <a:ext cx="6534477" cy="3134129"/>
          </a:xfrm>
        </p:spPr>
      </p:pic>
    </p:spTree>
    <p:extLst>
      <p:ext uri="{BB962C8B-B14F-4D97-AF65-F5344CB8AC3E}">
        <p14:creationId xmlns:p14="http://schemas.microsoft.com/office/powerpoint/2010/main" val="3258632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ECC6A-505B-5AA1-58BE-8C10041B608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A7892A4-BBDC-8798-CC94-76361DCD1481}"/>
              </a:ext>
            </a:extLst>
          </p:cNvPr>
          <p:cNvPicPr>
            <a:picLocks noGrp="1" noChangeAspect="1"/>
          </p:cNvPicPr>
          <p:nvPr>
            <p:ph idx="1"/>
          </p:nvPr>
        </p:nvPicPr>
        <p:blipFill>
          <a:blip r:embed="rId2"/>
          <a:stretch>
            <a:fillRect/>
          </a:stretch>
        </p:blipFill>
        <p:spPr>
          <a:xfrm>
            <a:off x="0" y="0"/>
            <a:ext cx="11951051" cy="6858000"/>
          </a:xfrm>
        </p:spPr>
      </p:pic>
    </p:spTree>
    <p:extLst>
      <p:ext uri="{BB962C8B-B14F-4D97-AF65-F5344CB8AC3E}">
        <p14:creationId xmlns:p14="http://schemas.microsoft.com/office/powerpoint/2010/main" val="1791422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C223-8867-A4AE-3EB7-377D0CF950E2}"/>
              </a:ext>
            </a:extLst>
          </p:cNvPr>
          <p:cNvSpPr>
            <a:spLocks noGrp="1"/>
          </p:cNvSpPr>
          <p:nvPr>
            <p:ph type="title"/>
          </p:nvPr>
        </p:nvSpPr>
        <p:spPr/>
        <p:txBody>
          <a:bodyPr/>
          <a:lstStyle/>
          <a:p>
            <a:r>
              <a:rPr lang="en-US" dirty="0"/>
              <a:t>                                 Empathy</a:t>
            </a:r>
          </a:p>
        </p:txBody>
      </p:sp>
      <p:sp>
        <p:nvSpPr>
          <p:cNvPr id="3" name="Content Placeholder 2">
            <a:extLst>
              <a:ext uri="{FF2B5EF4-FFF2-40B4-BE49-F238E27FC236}">
                <a16:creationId xmlns:a16="http://schemas.microsoft.com/office/drawing/2014/main" id="{1C799027-4AFF-6E33-1578-373E4B3CFF91}"/>
              </a:ext>
            </a:extLst>
          </p:cNvPr>
          <p:cNvSpPr>
            <a:spLocks noGrp="1"/>
          </p:cNvSpPr>
          <p:nvPr>
            <p:ph idx="1"/>
          </p:nvPr>
        </p:nvSpPr>
        <p:spPr>
          <a:xfrm>
            <a:off x="7490408" y="2893491"/>
            <a:ext cx="9905999" cy="3899754"/>
          </a:xfrm>
        </p:spPr>
        <p:txBody>
          <a:bodyPr/>
          <a:lstStyle/>
          <a:p>
            <a:r>
              <a:rPr lang="en-US" dirty="0"/>
              <a:t>PLANTCARE CHALLENGES </a:t>
            </a:r>
          </a:p>
          <a:p>
            <a:r>
              <a:rPr lang="en-US" dirty="0"/>
              <a:t>INTERVIEW QUESTIONS </a:t>
            </a:r>
          </a:p>
          <a:p>
            <a:r>
              <a:rPr lang="en-US" dirty="0"/>
              <a:t>PERSON’S FEEDBACK </a:t>
            </a:r>
          </a:p>
          <a:p>
            <a:endParaRPr lang="en-US" dirty="0"/>
          </a:p>
          <a:p>
            <a:pPr marL="0" indent="0">
              <a:buNone/>
            </a:pPr>
            <a:endParaRPr lang="en-US" dirty="0"/>
          </a:p>
        </p:txBody>
      </p:sp>
      <p:pic>
        <p:nvPicPr>
          <p:cNvPr id="4" name="Picture 3">
            <a:extLst>
              <a:ext uri="{FF2B5EF4-FFF2-40B4-BE49-F238E27FC236}">
                <a16:creationId xmlns:a16="http://schemas.microsoft.com/office/drawing/2014/main" id="{9E69DE2E-DE16-EBB6-372A-1EAB15D9711B}"/>
              </a:ext>
            </a:extLst>
          </p:cNvPr>
          <p:cNvPicPr>
            <a:picLocks noChangeAspect="1"/>
          </p:cNvPicPr>
          <p:nvPr/>
        </p:nvPicPr>
        <p:blipFill>
          <a:blip r:embed="rId2"/>
          <a:stretch>
            <a:fillRect/>
          </a:stretch>
        </p:blipFill>
        <p:spPr>
          <a:xfrm>
            <a:off x="337328" y="2097088"/>
            <a:ext cx="6373090" cy="4388510"/>
          </a:xfrm>
          <a:prstGeom prst="rect">
            <a:avLst/>
          </a:prstGeom>
        </p:spPr>
      </p:pic>
    </p:spTree>
    <p:extLst>
      <p:ext uri="{BB962C8B-B14F-4D97-AF65-F5344CB8AC3E}">
        <p14:creationId xmlns:p14="http://schemas.microsoft.com/office/powerpoint/2010/main" val="323090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60A0-9D68-525F-6933-25B40BC4F02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CC072DF-D79F-D113-7181-E0430EEB4E56}"/>
              </a:ext>
            </a:extLst>
          </p:cNvPr>
          <p:cNvPicPr>
            <a:picLocks noGrp="1" noChangeAspect="1"/>
          </p:cNvPicPr>
          <p:nvPr>
            <p:ph idx="1"/>
          </p:nvPr>
        </p:nvPicPr>
        <p:blipFill>
          <a:blip r:embed="rId2"/>
          <a:stretch>
            <a:fillRect/>
          </a:stretch>
        </p:blipFill>
        <p:spPr>
          <a:xfrm>
            <a:off x="0" y="0"/>
            <a:ext cx="12191999" cy="6858000"/>
          </a:xfrm>
        </p:spPr>
      </p:pic>
    </p:spTree>
    <p:extLst>
      <p:ext uri="{BB962C8B-B14F-4D97-AF65-F5344CB8AC3E}">
        <p14:creationId xmlns:p14="http://schemas.microsoft.com/office/powerpoint/2010/main" val="1288165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7E6C-0BC9-CD31-EAD6-93AAAADA5D9C}"/>
              </a:ext>
            </a:extLst>
          </p:cNvPr>
          <p:cNvSpPr>
            <a:spLocks noGrp="1"/>
          </p:cNvSpPr>
          <p:nvPr>
            <p:ph type="title"/>
          </p:nvPr>
        </p:nvSpPr>
        <p:spPr>
          <a:xfrm>
            <a:off x="1334172" y="0"/>
            <a:ext cx="9905998" cy="1478570"/>
          </a:xfrm>
        </p:spPr>
        <p:txBody>
          <a:bodyPr/>
          <a:lstStyle/>
          <a:p>
            <a:r>
              <a:rPr lang="en-US" dirty="0"/>
              <a:t>Interview Questions </a:t>
            </a:r>
          </a:p>
        </p:txBody>
      </p:sp>
      <p:sp>
        <p:nvSpPr>
          <p:cNvPr id="3" name="Content Placeholder 2">
            <a:extLst>
              <a:ext uri="{FF2B5EF4-FFF2-40B4-BE49-F238E27FC236}">
                <a16:creationId xmlns:a16="http://schemas.microsoft.com/office/drawing/2014/main" id="{8CEA10BA-7E32-A710-C57E-1FC8B6469CB4}"/>
              </a:ext>
            </a:extLst>
          </p:cNvPr>
          <p:cNvSpPr>
            <a:spLocks noGrp="1"/>
          </p:cNvSpPr>
          <p:nvPr>
            <p:ph idx="1"/>
          </p:nvPr>
        </p:nvSpPr>
        <p:spPr>
          <a:xfrm>
            <a:off x="5177301" y="1658143"/>
            <a:ext cx="9905999" cy="3541714"/>
          </a:xfrm>
        </p:spPr>
        <p:txBody>
          <a:bodyPr>
            <a:normAutofit fontScale="92500" lnSpcReduction="10000"/>
          </a:bodyPr>
          <a:lstStyle/>
          <a:p>
            <a:r>
              <a:rPr lang="en-US" dirty="0"/>
              <a:t> What type of garden do you maintain?</a:t>
            </a:r>
          </a:p>
          <a:p>
            <a:r>
              <a:rPr lang="en-US" dirty="0"/>
              <a:t> How often do you water your plants?</a:t>
            </a:r>
          </a:p>
          <a:p>
            <a:r>
              <a:rPr lang="en-US" dirty="0"/>
              <a:t>What time of the day do you usually water your plants? </a:t>
            </a:r>
          </a:p>
          <a:p>
            <a:r>
              <a:rPr lang="en-US" dirty="0"/>
              <a:t>How much water do you usually apply to each plant? </a:t>
            </a:r>
          </a:p>
          <a:p>
            <a:r>
              <a:rPr lang="en-US" dirty="0"/>
              <a:t>What method do you use for watering?</a:t>
            </a:r>
          </a:p>
          <a:p>
            <a:r>
              <a:rPr lang="en-US" dirty="0"/>
              <a:t> How do you decide when a plant needs water? </a:t>
            </a:r>
          </a:p>
          <a:p>
            <a:r>
              <a:rPr lang="en-US" dirty="0"/>
              <a:t>Have you faced any challenges with watering? </a:t>
            </a:r>
          </a:p>
        </p:txBody>
      </p:sp>
      <p:pic>
        <p:nvPicPr>
          <p:cNvPr id="5" name="Picture 4">
            <a:extLst>
              <a:ext uri="{FF2B5EF4-FFF2-40B4-BE49-F238E27FC236}">
                <a16:creationId xmlns:a16="http://schemas.microsoft.com/office/drawing/2014/main" id="{86DC9405-84EF-8B39-A3CA-32368843BB79}"/>
              </a:ext>
            </a:extLst>
          </p:cNvPr>
          <p:cNvPicPr>
            <a:picLocks noChangeAspect="1"/>
          </p:cNvPicPr>
          <p:nvPr/>
        </p:nvPicPr>
        <p:blipFill>
          <a:blip r:embed="rId2"/>
          <a:stretch>
            <a:fillRect/>
          </a:stretch>
        </p:blipFill>
        <p:spPr>
          <a:xfrm>
            <a:off x="483814" y="1658143"/>
            <a:ext cx="4257780" cy="3579870"/>
          </a:xfrm>
          <a:prstGeom prst="rect">
            <a:avLst/>
          </a:prstGeom>
        </p:spPr>
      </p:pic>
    </p:spTree>
    <p:extLst>
      <p:ext uri="{BB962C8B-B14F-4D97-AF65-F5344CB8AC3E}">
        <p14:creationId xmlns:p14="http://schemas.microsoft.com/office/powerpoint/2010/main" val="531951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0245-50B8-8188-364A-8643E59B6341}"/>
              </a:ext>
            </a:extLst>
          </p:cNvPr>
          <p:cNvSpPr>
            <a:spLocks noGrp="1"/>
          </p:cNvSpPr>
          <p:nvPr>
            <p:ph type="title"/>
          </p:nvPr>
        </p:nvSpPr>
        <p:spPr/>
        <p:txBody>
          <a:bodyPr/>
          <a:lstStyle/>
          <a:p>
            <a:r>
              <a:rPr lang="en-US" dirty="0"/>
              <a:t>PERSON’S FEEDBACK </a:t>
            </a:r>
            <a:br>
              <a:rPr lang="en-US" dirty="0"/>
            </a:br>
            <a:r>
              <a:rPr lang="en-US" dirty="0"/>
              <a:t>PERSON-1</a:t>
            </a:r>
          </a:p>
        </p:txBody>
      </p:sp>
      <p:sp>
        <p:nvSpPr>
          <p:cNvPr id="3" name="Content Placeholder 2">
            <a:extLst>
              <a:ext uri="{FF2B5EF4-FFF2-40B4-BE49-F238E27FC236}">
                <a16:creationId xmlns:a16="http://schemas.microsoft.com/office/drawing/2014/main" id="{D463772A-0314-8DC9-C458-B77075A6967E}"/>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I maintain a flower gardening.</a:t>
            </a:r>
          </a:p>
          <a:p>
            <a:pPr marL="457200" indent="-457200">
              <a:buFont typeface="+mj-lt"/>
              <a:buAutoNum type="arabicPeriod"/>
            </a:pPr>
            <a:r>
              <a:rPr lang="en-US" dirty="0"/>
              <a:t>I water my plants every other day.</a:t>
            </a:r>
          </a:p>
          <a:p>
            <a:pPr marL="457200" indent="-457200">
              <a:buFont typeface="+mj-lt"/>
              <a:buAutoNum type="arabicPeriod"/>
            </a:pPr>
            <a:r>
              <a:rPr lang="en-US" dirty="0"/>
              <a:t>I usually water my plants in the early morning.</a:t>
            </a:r>
          </a:p>
          <a:p>
            <a:pPr marL="457200" indent="-457200">
              <a:buFont typeface="+mj-lt"/>
              <a:buAutoNum type="arabicPeriod"/>
            </a:pPr>
            <a:r>
              <a:rPr lang="en-US" dirty="0"/>
              <a:t>I apply about a one liter of water to every plant.</a:t>
            </a:r>
          </a:p>
          <a:p>
            <a:pPr marL="457200" indent="-457200">
              <a:buFont typeface="+mj-lt"/>
              <a:buAutoNum type="arabicPeriod"/>
            </a:pPr>
            <a:r>
              <a:rPr lang="en-US" dirty="0"/>
              <a:t>I use a watering can With a long spout.</a:t>
            </a:r>
          </a:p>
          <a:p>
            <a:pPr marL="457200" indent="-457200">
              <a:buFont typeface="+mj-lt"/>
              <a:buAutoNum type="arabicPeriod"/>
            </a:pPr>
            <a:r>
              <a:rPr lang="en-US" dirty="0"/>
              <a:t>I decide based on the soil moisture.</a:t>
            </a:r>
          </a:p>
          <a:p>
            <a:pPr marL="457200" indent="-457200">
              <a:buFont typeface="+mj-lt"/>
              <a:buAutoNum type="arabicPeriod"/>
            </a:pPr>
            <a:r>
              <a:rPr lang="en-US" dirty="0"/>
              <a:t>Yes I have faced challenges With overwatering during rainy season.</a:t>
            </a:r>
          </a:p>
          <a:p>
            <a:pPr marL="0" indent="0">
              <a:buNone/>
            </a:pPr>
            <a:endParaRPr lang="en-US" dirty="0"/>
          </a:p>
        </p:txBody>
      </p:sp>
    </p:spTree>
    <p:extLst>
      <p:ext uri="{BB962C8B-B14F-4D97-AF65-F5344CB8AC3E}">
        <p14:creationId xmlns:p14="http://schemas.microsoft.com/office/powerpoint/2010/main" val="6909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487E-F833-124C-6E11-CE5A778CC07A}"/>
              </a:ext>
            </a:extLst>
          </p:cNvPr>
          <p:cNvSpPr>
            <a:spLocks noGrp="1"/>
          </p:cNvSpPr>
          <p:nvPr>
            <p:ph type="title"/>
          </p:nvPr>
        </p:nvSpPr>
        <p:spPr/>
        <p:txBody>
          <a:bodyPr/>
          <a:lstStyle/>
          <a:p>
            <a:r>
              <a:rPr lang="en-US" dirty="0"/>
              <a:t>PerSon-2</a:t>
            </a:r>
            <a:br>
              <a:rPr lang="en-US" dirty="0"/>
            </a:br>
            <a:r>
              <a:rPr lang="en-US" dirty="0"/>
              <a:t>Feedback</a:t>
            </a:r>
          </a:p>
        </p:txBody>
      </p:sp>
      <p:sp>
        <p:nvSpPr>
          <p:cNvPr id="3" name="Content Placeholder 2">
            <a:extLst>
              <a:ext uri="{FF2B5EF4-FFF2-40B4-BE49-F238E27FC236}">
                <a16:creationId xmlns:a16="http://schemas.microsoft.com/office/drawing/2014/main" id="{DCC67ACE-5ED9-9422-E30F-523B01D84522}"/>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Maintains a terrace gardening.</a:t>
            </a:r>
          </a:p>
          <a:p>
            <a:pPr marL="457200" indent="-457200">
              <a:buFont typeface="+mj-lt"/>
              <a:buAutoNum type="arabicPeriod"/>
            </a:pPr>
            <a:r>
              <a:rPr lang="en-US" dirty="0"/>
              <a:t>Depends upon the weather twice a week.</a:t>
            </a:r>
          </a:p>
          <a:p>
            <a:pPr marL="457200" indent="-457200">
              <a:buFont typeface="+mj-lt"/>
              <a:buAutoNum type="arabicPeriod"/>
            </a:pPr>
            <a:r>
              <a:rPr lang="en-US" dirty="0"/>
              <a:t>Usually water the plants in the late afternoon.</a:t>
            </a:r>
          </a:p>
          <a:p>
            <a:pPr marL="457200" indent="-457200">
              <a:buFont typeface="+mj-lt"/>
              <a:buAutoNum type="arabicPeriod"/>
            </a:pPr>
            <a:r>
              <a:rPr lang="en-US" dirty="0"/>
              <a:t>Quarter liter of water to small plants.</a:t>
            </a:r>
          </a:p>
          <a:p>
            <a:pPr marL="457200" indent="-457200">
              <a:buFont typeface="+mj-lt"/>
              <a:buAutoNum type="arabicPeriod"/>
            </a:pPr>
            <a:r>
              <a:rPr lang="en-US" dirty="0"/>
              <a:t>Normal process.</a:t>
            </a:r>
          </a:p>
          <a:p>
            <a:pPr marL="457200" indent="-457200">
              <a:buFont typeface="+mj-lt"/>
              <a:buAutoNum type="arabicPeriod"/>
            </a:pPr>
            <a:r>
              <a:rPr lang="en-US" dirty="0"/>
              <a:t>Based upon the plants appearance and soil conditions.</a:t>
            </a:r>
          </a:p>
          <a:p>
            <a:pPr marL="457200" indent="-457200">
              <a:buFont typeface="+mj-lt"/>
              <a:buAutoNum type="arabicPeriod"/>
            </a:pPr>
            <a:r>
              <a:rPr lang="en-US" dirty="0"/>
              <a:t>Faced challenges With </a:t>
            </a:r>
            <a:r>
              <a:rPr lang="en-US" dirty="0" err="1"/>
              <a:t>underwatering</a:t>
            </a:r>
            <a:r>
              <a:rPr lang="en-US" dirty="0"/>
              <a:t> during summer season.</a:t>
            </a:r>
          </a:p>
          <a:p>
            <a:pPr marL="0" indent="0">
              <a:buNone/>
            </a:pPr>
            <a:endParaRPr lang="en-US" dirty="0"/>
          </a:p>
        </p:txBody>
      </p:sp>
    </p:spTree>
    <p:extLst>
      <p:ext uri="{BB962C8B-B14F-4D97-AF65-F5344CB8AC3E}">
        <p14:creationId xmlns:p14="http://schemas.microsoft.com/office/powerpoint/2010/main" val="1821022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8BB1D-57F8-8547-2E42-D7B49CB89052}"/>
              </a:ext>
            </a:extLst>
          </p:cNvPr>
          <p:cNvSpPr>
            <a:spLocks noGrp="1"/>
          </p:cNvSpPr>
          <p:nvPr>
            <p:ph type="title"/>
          </p:nvPr>
        </p:nvSpPr>
        <p:spPr>
          <a:xfrm>
            <a:off x="1143001" y="0"/>
            <a:ext cx="9905998" cy="1478570"/>
          </a:xfrm>
        </p:spPr>
        <p:txBody>
          <a:bodyPr/>
          <a:lstStyle/>
          <a:p>
            <a:r>
              <a:rPr lang="en-US" dirty="0"/>
              <a:t>Components SELECTION</a:t>
            </a:r>
          </a:p>
        </p:txBody>
      </p:sp>
      <p:pic>
        <p:nvPicPr>
          <p:cNvPr id="4" name="Content Placeholder 3">
            <a:extLst>
              <a:ext uri="{FF2B5EF4-FFF2-40B4-BE49-F238E27FC236}">
                <a16:creationId xmlns:a16="http://schemas.microsoft.com/office/drawing/2014/main" id="{4709F9F1-ED81-50BF-02D4-69861AE7E49C}"/>
              </a:ext>
            </a:extLst>
          </p:cNvPr>
          <p:cNvPicPr>
            <a:picLocks noGrp="1" noChangeAspect="1"/>
          </p:cNvPicPr>
          <p:nvPr>
            <p:ph idx="1"/>
          </p:nvPr>
        </p:nvPicPr>
        <p:blipFill>
          <a:blip r:embed="rId2"/>
          <a:stretch>
            <a:fillRect/>
          </a:stretch>
        </p:blipFill>
        <p:spPr>
          <a:xfrm>
            <a:off x="6356463" y="1591174"/>
            <a:ext cx="4555824" cy="2009309"/>
          </a:xfrm>
        </p:spPr>
      </p:pic>
      <p:pic>
        <p:nvPicPr>
          <p:cNvPr id="6" name="Picture 5">
            <a:extLst>
              <a:ext uri="{FF2B5EF4-FFF2-40B4-BE49-F238E27FC236}">
                <a16:creationId xmlns:a16="http://schemas.microsoft.com/office/drawing/2014/main" id="{68D3FBDB-AC53-C4BA-5C4C-30FFDFE85943}"/>
              </a:ext>
            </a:extLst>
          </p:cNvPr>
          <p:cNvPicPr>
            <a:picLocks noChangeAspect="1"/>
          </p:cNvPicPr>
          <p:nvPr/>
        </p:nvPicPr>
        <p:blipFill>
          <a:blip r:embed="rId3"/>
          <a:stretch>
            <a:fillRect/>
          </a:stretch>
        </p:blipFill>
        <p:spPr>
          <a:xfrm>
            <a:off x="1442998" y="4423038"/>
            <a:ext cx="3072095" cy="2097087"/>
          </a:xfrm>
          <a:prstGeom prst="rect">
            <a:avLst/>
          </a:prstGeom>
        </p:spPr>
      </p:pic>
      <p:sp>
        <p:nvSpPr>
          <p:cNvPr id="3" name="TextBox 2">
            <a:extLst>
              <a:ext uri="{FF2B5EF4-FFF2-40B4-BE49-F238E27FC236}">
                <a16:creationId xmlns:a16="http://schemas.microsoft.com/office/drawing/2014/main" id="{06BCEF27-EAAF-B6A3-E700-4A3E27FD6F5D}"/>
              </a:ext>
            </a:extLst>
          </p:cNvPr>
          <p:cNvSpPr txBox="1"/>
          <p:nvPr/>
        </p:nvSpPr>
        <p:spPr>
          <a:xfrm rot="1175396">
            <a:off x="5175576" y="2513094"/>
            <a:ext cx="1828800" cy="1828800"/>
          </a:xfrm>
          <a:prstGeom prst="rect">
            <a:avLst/>
          </a:prstGeom>
          <a:noFill/>
        </p:spPr>
        <p:txBody>
          <a:bodyPr wrap="square" rtlCol="0">
            <a:spAutoFit/>
          </a:bodyPr>
          <a:lstStyle/>
          <a:p>
            <a:pPr algn="l"/>
            <a:endParaRPr lang="en-US"/>
          </a:p>
        </p:txBody>
      </p:sp>
      <p:pic>
        <p:nvPicPr>
          <p:cNvPr id="5" name="Picture 4">
            <a:extLst>
              <a:ext uri="{FF2B5EF4-FFF2-40B4-BE49-F238E27FC236}">
                <a16:creationId xmlns:a16="http://schemas.microsoft.com/office/drawing/2014/main" id="{51D514F6-EDAD-DF06-C239-01E58A9236F4}"/>
              </a:ext>
            </a:extLst>
          </p:cNvPr>
          <p:cNvPicPr>
            <a:picLocks noChangeAspect="1"/>
          </p:cNvPicPr>
          <p:nvPr/>
        </p:nvPicPr>
        <p:blipFill>
          <a:blip r:embed="rId4"/>
          <a:stretch>
            <a:fillRect/>
          </a:stretch>
        </p:blipFill>
        <p:spPr>
          <a:xfrm>
            <a:off x="1366866" y="1594001"/>
            <a:ext cx="4241757" cy="2097088"/>
          </a:xfrm>
          <a:prstGeom prst="rect">
            <a:avLst/>
          </a:prstGeom>
        </p:spPr>
      </p:pic>
      <p:pic>
        <p:nvPicPr>
          <p:cNvPr id="8" name="Picture 7">
            <a:extLst>
              <a:ext uri="{FF2B5EF4-FFF2-40B4-BE49-F238E27FC236}">
                <a16:creationId xmlns:a16="http://schemas.microsoft.com/office/drawing/2014/main" id="{F12409FB-1569-67C8-2F68-5F40108CDE49}"/>
              </a:ext>
            </a:extLst>
          </p:cNvPr>
          <p:cNvPicPr>
            <a:picLocks noChangeAspect="1"/>
          </p:cNvPicPr>
          <p:nvPr/>
        </p:nvPicPr>
        <p:blipFill>
          <a:blip r:embed="rId5"/>
          <a:stretch>
            <a:fillRect/>
          </a:stretch>
        </p:blipFill>
        <p:spPr>
          <a:xfrm>
            <a:off x="4921919" y="4708155"/>
            <a:ext cx="2442590" cy="1405568"/>
          </a:xfrm>
          <a:prstGeom prst="rect">
            <a:avLst/>
          </a:prstGeom>
        </p:spPr>
      </p:pic>
      <p:pic>
        <p:nvPicPr>
          <p:cNvPr id="9" name="Picture 8">
            <a:extLst>
              <a:ext uri="{FF2B5EF4-FFF2-40B4-BE49-F238E27FC236}">
                <a16:creationId xmlns:a16="http://schemas.microsoft.com/office/drawing/2014/main" id="{7E997A0B-9B90-E1CF-04A1-37E7F2CEBFC0}"/>
              </a:ext>
            </a:extLst>
          </p:cNvPr>
          <p:cNvPicPr>
            <a:picLocks noChangeAspect="1"/>
          </p:cNvPicPr>
          <p:nvPr/>
        </p:nvPicPr>
        <p:blipFill>
          <a:blip r:embed="rId6"/>
          <a:stretch>
            <a:fillRect/>
          </a:stretch>
        </p:blipFill>
        <p:spPr>
          <a:xfrm>
            <a:off x="7771335" y="4483976"/>
            <a:ext cx="3112133" cy="1975209"/>
          </a:xfrm>
          <a:prstGeom prst="rect">
            <a:avLst/>
          </a:prstGeom>
        </p:spPr>
      </p:pic>
    </p:spTree>
    <p:extLst>
      <p:ext uri="{BB962C8B-B14F-4D97-AF65-F5344CB8AC3E}">
        <p14:creationId xmlns:p14="http://schemas.microsoft.com/office/powerpoint/2010/main" val="13674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0F6B-9CAC-743D-13AC-E8FF49238738}"/>
              </a:ext>
            </a:extLst>
          </p:cNvPr>
          <p:cNvSpPr>
            <a:spLocks noGrp="1"/>
          </p:cNvSpPr>
          <p:nvPr>
            <p:ph type="title"/>
          </p:nvPr>
        </p:nvSpPr>
        <p:spPr>
          <a:xfrm>
            <a:off x="1141413" y="0"/>
            <a:ext cx="9905998" cy="3313043"/>
          </a:xfrm>
        </p:spPr>
        <p:txBody>
          <a:bodyPr/>
          <a:lstStyle/>
          <a:p>
            <a:r>
              <a:rPr lang="en-US" dirty="0"/>
              <a:t>FUNCTION OF COMPONENTS</a:t>
            </a:r>
          </a:p>
        </p:txBody>
      </p:sp>
      <p:pic>
        <p:nvPicPr>
          <p:cNvPr id="4" name="Content Placeholder 3">
            <a:extLst>
              <a:ext uri="{FF2B5EF4-FFF2-40B4-BE49-F238E27FC236}">
                <a16:creationId xmlns:a16="http://schemas.microsoft.com/office/drawing/2014/main" id="{36027571-C0A0-80D8-5FFF-EC18E62F10AC}"/>
              </a:ext>
            </a:extLst>
          </p:cNvPr>
          <p:cNvPicPr>
            <a:picLocks noGrp="1" noChangeAspect="1"/>
          </p:cNvPicPr>
          <p:nvPr>
            <p:ph idx="1"/>
          </p:nvPr>
        </p:nvPicPr>
        <p:blipFill>
          <a:blip r:embed="rId2"/>
          <a:stretch>
            <a:fillRect/>
          </a:stretch>
        </p:blipFill>
        <p:spPr>
          <a:xfrm>
            <a:off x="-15273" y="0"/>
            <a:ext cx="12315699" cy="6857999"/>
          </a:xfrm>
        </p:spPr>
      </p:pic>
    </p:spTree>
    <p:extLst>
      <p:ext uri="{BB962C8B-B14F-4D97-AF65-F5344CB8AC3E}">
        <p14:creationId xmlns:p14="http://schemas.microsoft.com/office/powerpoint/2010/main" val="216632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36F8-8B58-0DA5-432B-2BACFF637936}"/>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2E847A54-6E56-D084-7F72-BD7D2AF565E2}"/>
              </a:ext>
            </a:extLst>
          </p:cNvPr>
          <p:cNvSpPr>
            <a:spLocks noGrp="1"/>
          </p:cNvSpPr>
          <p:nvPr>
            <p:ph idx="1"/>
          </p:nvPr>
        </p:nvSpPr>
        <p:spPr>
          <a:xfrm>
            <a:off x="1322124" y="2097088"/>
            <a:ext cx="9905999" cy="3541714"/>
          </a:xfrm>
        </p:spPr>
        <p:txBody>
          <a:bodyPr>
            <a:normAutofit fontScale="92500" lnSpcReduction="10000"/>
          </a:bodyPr>
          <a:lstStyle/>
          <a:p>
            <a:r>
              <a:rPr lang="en-US" dirty="0"/>
              <a:t>These system used in ::</a:t>
            </a:r>
          </a:p>
          <a:p>
            <a:r>
              <a:rPr lang="en-US" dirty="0"/>
              <a:t>Large Farms</a:t>
            </a:r>
          </a:p>
          <a:p>
            <a:r>
              <a:rPr lang="en-US" dirty="0"/>
              <a:t>Gardens-Balcony gardens </a:t>
            </a:r>
          </a:p>
          <a:p>
            <a:r>
              <a:rPr lang="en-US" dirty="0"/>
              <a:t>Nurseries </a:t>
            </a:r>
          </a:p>
          <a:p>
            <a:r>
              <a:rPr lang="en-US" dirty="0"/>
              <a:t>Agriculture farms</a:t>
            </a:r>
          </a:p>
          <a:p>
            <a:r>
              <a:rPr lang="en-US" dirty="0"/>
              <a:t>Green Houses</a:t>
            </a:r>
          </a:p>
          <a:p>
            <a:r>
              <a:rPr lang="en-US" dirty="0"/>
              <a:t>Smart and Drip irrigation systems </a:t>
            </a:r>
          </a:p>
        </p:txBody>
      </p:sp>
      <p:pic>
        <p:nvPicPr>
          <p:cNvPr id="4" name="Picture 3">
            <a:extLst>
              <a:ext uri="{FF2B5EF4-FFF2-40B4-BE49-F238E27FC236}">
                <a16:creationId xmlns:a16="http://schemas.microsoft.com/office/drawing/2014/main" id="{9F705F7A-BEFB-5925-5D40-E69D145141A5}"/>
              </a:ext>
            </a:extLst>
          </p:cNvPr>
          <p:cNvPicPr>
            <a:picLocks noChangeAspect="1"/>
          </p:cNvPicPr>
          <p:nvPr/>
        </p:nvPicPr>
        <p:blipFill>
          <a:blip r:embed="rId2"/>
          <a:stretch>
            <a:fillRect/>
          </a:stretch>
        </p:blipFill>
        <p:spPr>
          <a:xfrm>
            <a:off x="5951431" y="2192632"/>
            <a:ext cx="6238979" cy="4665368"/>
          </a:xfrm>
          <a:prstGeom prst="rect">
            <a:avLst/>
          </a:prstGeom>
        </p:spPr>
      </p:pic>
    </p:spTree>
    <p:extLst>
      <p:ext uri="{BB962C8B-B14F-4D97-AF65-F5344CB8AC3E}">
        <p14:creationId xmlns:p14="http://schemas.microsoft.com/office/powerpoint/2010/main" val="435342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2728-DF34-B720-C35B-99EFCBB1F35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5311887-114E-FEA4-6523-14506777CD8E}"/>
              </a:ext>
            </a:extLst>
          </p:cNvPr>
          <p:cNvPicPr>
            <a:picLocks noGrp="1" noChangeAspect="1"/>
          </p:cNvPicPr>
          <p:nvPr>
            <p:ph idx="1"/>
          </p:nvPr>
        </p:nvPicPr>
        <p:blipFill>
          <a:blip r:embed="rId2"/>
          <a:stretch>
            <a:fillRect/>
          </a:stretch>
        </p:blipFill>
        <p:spPr>
          <a:xfrm>
            <a:off x="-144569" y="0"/>
            <a:ext cx="12336569" cy="6857999"/>
          </a:xfrm>
        </p:spPr>
      </p:pic>
    </p:spTree>
    <p:extLst>
      <p:ext uri="{BB962C8B-B14F-4D97-AF65-F5344CB8AC3E}">
        <p14:creationId xmlns:p14="http://schemas.microsoft.com/office/powerpoint/2010/main" val="994262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36AA-4354-5DDE-E900-23ED32515990}"/>
              </a:ext>
            </a:extLst>
          </p:cNvPr>
          <p:cNvSpPr>
            <a:spLocks noGrp="1"/>
          </p:cNvSpPr>
          <p:nvPr>
            <p:ph type="title"/>
          </p:nvPr>
        </p:nvSpPr>
        <p:spPr>
          <a:xfrm>
            <a:off x="1143001" y="0"/>
            <a:ext cx="9905998" cy="1478570"/>
          </a:xfrm>
        </p:spPr>
        <p:txBody>
          <a:bodyPr/>
          <a:lstStyle/>
          <a:p>
            <a:r>
              <a:rPr lang="en-US" dirty="0"/>
              <a:t>Conclusion </a:t>
            </a:r>
          </a:p>
        </p:txBody>
      </p:sp>
      <p:sp>
        <p:nvSpPr>
          <p:cNvPr id="3" name="Content Placeholder 2">
            <a:extLst>
              <a:ext uri="{FF2B5EF4-FFF2-40B4-BE49-F238E27FC236}">
                <a16:creationId xmlns:a16="http://schemas.microsoft.com/office/drawing/2014/main" id="{4420F082-85CD-86B7-EF77-9A04D64E98DF}"/>
              </a:ext>
            </a:extLst>
          </p:cNvPr>
          <p:cNvSpPr>
            <a:spLocks noGrp="1"/>
          </p:cNvSpPr>
          <p:nvPr>
            <p:ph idx="1"/>
          </p:nvPr>
        </p:nvSpPr>
        <p:spPr>
          <a:xfrm>
            <a:off x="748447" y="3873896"/>
            <a:ext cx="10300552" cy="3541714"/>
          </a:xfrm>
        </p:spPr>
        <p:txBody>
          <a:bodyPr/>
          <a:lstStyle/>
          <a:p>
            <a:pPr marL="0" indent="0">
              <a:buNone/>
            </a:pPr>
            <a:r>
              <a:rPr lang="en-US" dirty="0"/>
              <a:t>A solar-powered automatic plant watering system, powered by a solar panel, offers a reliable, cost-effective, and environmentally friendly solution for plant irrigation. It automates the watering process based on soil moisture levels, reducing manual effort and promoting efficient water usage. This system minimizes water waste, enhances plant health, and can be particularly useful for remote or inaccessible locations. </a:t>
            </a:r>
          </a:p>
        </p:txBody>
      </p:sp>
      <p:pic>
        <p:nvPicPr>
          <p:cNvPr id="4" name="Picture 3">
            <a:extLst>
              <a:ext uri="{FF2B5EF4-FFF2-40B4-BE49-F238E27FC236}">
                <a16:creationId xmlns:a16="http://schemas.microsoft.com/office/drawing/2014/main" id="{D15B3DD1-433E-3F76-B130-E487EF4D8E57}"/>
              </a:ext>
            </a:extLst>
          </p:cNvPr>
          <p:cNvPicPr>
            <a:picLocks noChangeAspect="1"/>
          </p:cNvPicPr>
          <p:nvPr/>
        </p:nvPicPr>
        <p:blipFill>
          <a:blip r:embed="rId2"/>
          <a:stretch>
            <a:fillRect/>
          </a:stretch>
        </p:blipFill>
        <p:spPr>
          <a:xfrm>
            <a:off x="-84332" y="-120474"/>
            <a:ext cx="12276332" cy="3782893"/>
          </a:xfrm>
          <a:prstGeom prst="rect">
            <a:avLst/>
          </a:prstGeom>
        </p:spPr>
      </p:pic>
    </p:spTree>
    <p:extLst>
      <p:ext uri="{BB962C8B-B14F-4D97-AF65-F5344CB8AC3E}">
        <p14:creationId xmlns:p14="http://schemas.microsoft.com/office/powerpoint/2010/main" val="3193770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F991-B2AF-5A08-2019-41B9145E4E6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82316E2-FC05-9FA4-12D1-7FB2D4B49383}"/>
              </a:ext>
            </a:extLst>
          </p:cNvPr>
          <p:cNvPicPr>
            <a:picLocks noGrp="1" noChangeAspect="1"/>
          </p:cNvPicPr>
          <p:nvPr>
            <p:ph idx="1"/>
          </p:nvPr>
        </p:nvPicPr>
        <p:blipFill>
          <a:blip r:embed="rId2"/>
          <a:stretch>
            <a:fillRect/>
          </a:stretch>
        </p:blipFill>
        <p:spPr>
          <a:xfrm>
            <a:off x="-84332" y="-120474"/>
            <a:ext cx="12276331" cy="6978474"/>
          </a:xfrm>
        </p:spPr>
      </p:pic>
    </p:spTree>
    <p:extLst>
      <p:ext uri="{BB962C8B-B14F-4D97-AF65-F5344CB8AC3E}">
        <p14:creationId xmlns:p14="http://schemas.microsoft.com/office/powerpoint/2010/main" val="1674236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Circuit</vt:lpstr>
      <vt:lpstr>Design thinking and innovation </vt:lpstr>
      <vt:lpstr>Automatic plant watering system using      solar panel </vt:lpstr>
      <vt:lpstr>                              Contents </vt:lpstr>
      <vt:lpstr>What is meant by design thinking and innovation?</vt:lpstr>
      <vt:lpstr>PowerPoint Presentation</vt:lpstr>
      <vt:lpstr>                                 Empathy</vt:lpstr>
      <vt:lpstr>PowerPoint Presentation</vt:lpstr>
      <vt:lpstr>Interview Questions </vt:lpstr>
      <vt:lpstr>PERSON’S FEEDBACK  PERSON-1</vt:lpstr>
      <vt:lpstr>PerSon-2 Feedback</vt:lpstr>
      <vt:lpstr>Components SELECTION</vt:lpstr>
      <vt:lpstr>FUNCTION OF COMPONENTS</vt:lpstr>
      <vt:lpstr>Applications </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and innovation </dc:title>
  <dc:creator>anjaligandreti7@gmail.com</dc:creator>
  <cp:lastModifiedBy>anjaligandreti7@gmail.com</cp:lastModifiedBy>
  <cp:revision>25</cp:revision>
  <dcterms:created xsi:type="dcterms:W3CDTF">2025-03-03T01:53:34Z</dcterms:created>
  <dcterms:modified xsi:type="dcterms:W3CDTF">2025-06-25T05:29:27Z</dcterms:modified>
</cp:coreProperties>
</file>